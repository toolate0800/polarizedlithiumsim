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7" r:id="rId1"/>
  </p:sldMasterIdLst>
  <p:notesMasterIdLst>
    <p:notesMasterId r:id="rId36"/>
  </p:notesMasterIdLst>
  <p:sldIdLst>
    <p:sldId id="286" r:id="rId2"/>
    <p:sldId id="278" r:id="rId3"/>
    <p:sldId id="281" r:id="rId4"/>
    <p:sldId id="282" r:id="rId5"/>
    <p:sldId id="280" r:id="rId6"/>
    <p:sldId id="279" r:id="rId7"/>
    <p:sldId id="283" r:id="rId8"/>
    <p:sldId id="285" r:id="rId9"/>
    <p:sldId id="284" r:id="rId10"/>
    <p:sldId id="287" r:id="rId11"/>
    <p:sldId id="289" r:id="rId12"/>
    <p:sldId id="290" r:id="rId13"/>
    <p:sldId id="291" r:id="rId14"/>
    <p:sldId id="293" r:id="rId15"/>
    <p:sldId id="294" r:id="rId16"/>
    <p:sldId id="295" r:id="rId17"/>
    <p:sldId id="303" r:id="rId18"/>
    <p:sldId id="304" r:id="rId19"/>
    <p:sldId id="305" r:id="rId20"/>
    <p:sldId id="297" r:id="rId21"/>
    <p:sldId id="302" r:id="rId22"/>
    <p:sldId id="298" r:id="rId23"/>
    <p:sldId id="299" r:id="rId24"/>
    <p:sldId id="300" r:id="rId25"/>
    <p:sldId id="311" r:id="rId26"/>
    <p:sldId id="310" r:id="rId27"/>
    <p:sldId id="307" r:id="rId28"/>
    <p:sldId id="314" r:id="rId29"/>
    <p:sldId id="312" r:id="rId30"/>
    <p:sldId id="319" r:id="rId31"/>
    <p:sldId id="313" r:id="rId32"/>
    <p:sldId id="315" r:id="rId33"/>
    <p:sldId id="317" r:id="rId34"/>
    <p:sldId id="318" r:id="rId35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Scientific Motivations" id="{EBEFF3B1-7B6B-4CDF-AEA4-B6BA8471DAAC}">
          <p14:sldIdLst>
            <p14:sldId id="286"/>
            <p14:sldId id="278"/>
            <p14:sldId id="281"/>
            <p14:sldId id="282"/>
            <p14:sldId id="280"/>
            <p14:sldId id="279"/>
            <p14:sldId id="283"/>
            <p14:sldId id="285"/>
            <p14:sldId id="284"/>
            <p14:sldId id="287"/>
            <p14:sldId id="289"/>
            <p14:sldId id="290"/>
            <p14:sldId id="291"/>
            <p14:sldId id="293"/>
            <p14:sldId id="294"/>
          </p14:sldIdLst>
        </p14:section>
        <p14:section name="Technical Challenges" id="{8A4F5C63-3DD3-407E-8FDD-072C6B7BF652}">
          <p14:sldIdLst>
            <p14:sldId id="295"/>
            <p14:sldId id="303"/>
            <p14:sldId id="304"/>
            <p14:sldId id="305"/>
            <p14:sldId id="297"/>
            <p14:sldId id="302"/>
            <p14:sldId id="298"/>
            <p14:sldId id="299"/>
            <p14:sldId id="300"/>
            <p14:sldId id="311"/>
            <p14:sldId id="310"/>
            <p14:sldId id="307"/>
            <p14:sldId id="314"/>
            <p14:sldId id="312"/>
            <p14:sldId id="319"/>
            <p14:sldId id="313"/>
            <p14:sldId id="315"/>
            <p14:sldId id="317"/>
            <p14:sldId id="31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E32AF83-B16F-40E2-8ABD-75764F54ECDA}" v="1" dt="2025-12-09T19:42:58.48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5" d="100"/>
          <a:sy n="135" d="100"/>
        </p:scale>
        <p:origin x="192" y="30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microsoft.com/office/2015/10/relationships/revisionInfo" Target="revisionInfo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ao Peng" userId="5097277206b168ac" providerId="LiveId" clId="{CF902DBB-3E2C-4B30-A1C9-13B9C83051C8}"/>
    <pc:docChg chg="undo custSel addSld delSld modSld sldOrd modMainMaster modSection">
      <pc:chgData name="Chao Peng" userId="5097277206b168ac" providerId="LiveId" clId="{CF902DBB-3E2C-4B30-A1C9-13B9C83051C8}" dt="2025-11-20T19:59:33.313" v="7256" actId="20577"/>
      <pc:docMkLst>
        <pc:docMk/>
      </pc:docMkLst>
      <pc:sldChg chg="modSp mod">
        <pc:chgData name="Chao Peng" userId="5097277206b168ac" providerId="LiveId" clId="{CF902DBB-3E2C-4B30-A1C9-13B9C83051C8}" dt="2025-11-20T16:27:52.108" v="2538" actId="20577"/>
        <pc:sldMkLst>
          <pc:docMk/>
          <pc:sldMk cId="1192191595" sldId="299"/>
        </pc:sldMkLst>
        <pc:spChg chg="mod">
          <ac:chgData name="Chao Peng" userId="5097277206b168ac" providerId="LiveId" clId="{CF902DBB-3E2C-4B30-A1C9-13B9C83051C8}" dt="2025-11-20T16:27:52.108" v="2538" actId="20577"/>
          <ac:spMkLst>
            <pc:docMk/>
            <pc:sldMk cId="1192191595" sldId="299"/>
            <ac:spMk id="3" creationId="{5EC65ED9-3A21-17B2-4CAD-B8C1C1D288BD}"/>
          </ac:spMkLst>
        </pc:spChg>
      </pc:sldChg>
      <pc:sldChg chg="addSp delSp modSp mod ord">
        <pc:chgData name="Chao Peng" userId="5097277206b168ac" providerId="LiveId" clId="{CF902DBB-3E2C-4B30-A1C9-13B9C83051C8}" dt="2025-11-20T17:21:39.156" v="4433" actId="20577"/>
        <pc:sldMkLst>
          <pc:docMk/>
          <pc:sldMk cId="4078334671" sldId="300"/>
        </pc:sldMkLst>
        <pc:spChg chg="mod">
          <ac:chgData name="Chao Peng" userId="5097277206b168ac" providerId="LiveId" clId="{CF902DBB-3E2C-4B30-A1C9-13B9C83051C8}" dt="2025-11-20T17:21:39.156" v="4433" actId="20577"/>
          <ac:spMkLst>
            <pc:docMk/>
            <pc:sldMk cId="4078334671" sldId="300"/>
            <ac:spMk id="3" creationId="{CA200712-F87E-EAC1-C4E6-A50B68E6E1CB}"/>
          </ac:spMkLst>
        </pc:spChg>
      </pc:sldChg>
      <pc:sldChg chg="modSp mod">
        <pc:chgData name="Chao Peng" userId="5097277206b168ac" providerId="LiveId" clId="{CF902DBB-3E2C-4B30-A1C9-13B9C83051C8}" dt="2025-11-20T15:39:12.435" v="609" actId="21"/>
        <pc:sldMkLst>
          <pc:docMk/>
          <pc:sldMk cId="3387834773" sldId="302"/>
        </pc:sldMkLst>
        <pc:spChg chg="mod">
          <ac:chgData name="Chao Peng" userId="5097277206b168ac" providerId="LiveId" clId="{CF902DBB-3E2C-4B30-A1C9-13B9C83051C8}" dt="2025-11-20T15:39:12.435" v="609" actId="21"/>
          <ac:spMkLst>
            <pc:docMk/>
            <pc:sldMk cId="3387834773" sldId="302"/>
            <ac:spMk id="3" creationId="{40462DD5-31B9-DA83-698E-A4B7EAC7516C}"/>
          </ac:spMkLst>
        </pc:spChg>
        <pc:spChg chg="mod">
          <ac:chgData name="Chao Peng" userId="5097277206b168ac" providerId="LiveId" clId="{CF902DBB-3E2C-4B30-A1C9-13B9C83051C8}" dt="2025-11-20T15:28:41.875" v="198"/>
          <ac:spMkLst>
            <pc:docMk/>
            <pc:sldMk cId="3387834773" sldId="302"/>
            <ac:spMk id="4" creationId="{2FDFBB6E-9FD6-24DF-79BC-F997B3450D27}"/>
          </ac:spMkLst>
        </pc:spChg>
      </pc:sldChg>
      <pc:sldChg chg="modSp add mod">
        <pc:chgData name="Chao Peng" userId="5097277206b168ac" providerId="LiveId" clId="{CF902DBB-3E2C-4B30-A1C9-13B9C83051C8}" dt="2025-11-20T19:45:25.154" v="6586"/>
        <pc:sldMkLst>
          <pc:docMk/>
          <pc:sldMk cId="2477501317" sldId="307"/>
        </pc:sldMkLst>
        <pc:spChg chg="mod">
          <ac:chgData name="Chao Peng" userId="5097277206b168ac" providerId="LiveId" clId="{CF902DBB-3E2C-4B30-A1C9-13B9C83051C8}" dt="2025-11-20T19:45:25.154" v="6586"/>
          <ac:spMkLst>
            <pc:docMk/>
            <pc:sldMk cId="2477501317" sldId="307"/>
            <ac:spMk id="3" creationId="{2ADD57C5-F12F-4299-46A6-73E1907A215A}"/>
          </ac:spMkLst>
        </pc:spChg>
      </pc:sldChg>
      <pc:sldChg chg="modSp add mod">
        <pc:chgData name="Chao Peng" userId="5097277206b168ac" providerId="LiveId" clId="{CF902DBB-3E2C-4B30-A1C9-13B9C83051C8}" dt="2025-11-20T17:27:08.036" v="4757" actId="20577"/>
        <pc:sldMkLst>
          <pc:docMk/>
          <pc:sldMk cId="3276941063" sldId="310"/>
        </pc:sldMkLst>
        <pc:spChg chg="mod">
          <ac:chgData name="Chao Peng" userId="5097277206b168ac" providerId="LiveId" clId="{CF902DBB-3E2C-4B30-A1C9-13B9C83051C8}" dt="2025-11-20T17:27:08.036" v="4757" actId="20577"/>
          <ac:spMkLst>
            <pc:docMk/>
            <pc:sldMk cId="3276941063" sldId="310"/>
            <ac:spMk id="3" creationId="{B7F5CB6B-9FD6-25C7-5DA5-A9978547CCD7}"/>
          </ac:spMkLst>
        </pc:spChg>
      </pc:sldChg>
      <pc:sldChg chg="delSp modSp add mod">
        <pc:chgData name="Chao Peng" userId="5097277206b168ac" providerId="LiveId" clId="{CF902DBB-3E2C-4B30-A1C9-13B9C83051C8}" dt="2025-11-20T17:21:52.883" v="4449" actId="20577"/>
        <pc:sldMkLst>
          <pc:docMk/>
          <pc:sldMk cId="1868087790" sldId="311"/>
        </pc:sldMkLst>
        <pc:spChg chg="mod">
          <ac:chgData name="Chao Peng" userId="5097277206b168ac" providerId="LiveId" clId="{CF902DBB-3E2C-4B30-A1C9-13B9C83051C8}" dt="2025-11-20T17:21:52.883" v="4449" actId="20577"/>
          <ac:spMkLst>
            <pc:docMk/>
            <pc:sldMk cId="1868087790" sldId="311"/>
            <ac:spMk id="3" creationId="{713ED43B-C07F-68C0-E3D9-181450A0AE1B}"/>
          </ac:spMkLst>
        </pc:spChg>
      </pc:sldChg>
      <pc:sldChg chg="addSp delSp modSp new mod modClrScheme chgLayout">
        <pc:chgData name="Chao Peng" userId="5097277206b168ac" providerId="LiveId" clId="{CF902DBB-3E2C-4B30-A1C9-13B9C83051C8}" dt="2025-11-20T18:02:47.602" v="5696" actId="20577"/>
        <pc:sldMkLst>
          <pc:docMk/>
          <pc:sldMk cId="3180708375" sldId="312"/>
        </pc:sldMkLst>
        <pc:spChg chg="mod ord">
          <ac:chgData name="Chao Peng" userId="5097277206b168ac" providerId="LiveId" clId="{CF902DBB-3E2C-4B30-A1C9-13B9C83051C8}" dt="2025-11-20T18:02:47.602" v="5696" actId="20577"/>
          <ac:spMkLst>
            <pc:docMk/>
            <pc:sldMk cId="3180708375" sldId="312"/>
            <ac:spMk id="2" creationId="{10E0645B-EE5B-8484-CFB4-5E9933895C0A}"/>
          </ac:spMkLst>
        </pc:spChg>
        <pc:spChg chg="add mod ord">
          <ac:chgData name="Chao Peng" userId="5097277206b168ac" providerId="LiveId" clId="{CF902DBB-3E2C-4B30-A1C9-13B9C83051C8}" dt="2025-11-20T17:42:11.667" v="5186" actId="20577"/>
          <ac:spMkLst>
            <pc:docMk/>
            <pc:sldMk cId="3180708375" sldId="312"/>
            <ac:spMk id="5" creationId="{A4C5464F-F8FA-B29A-30AF-7545B4AB6993}"/>
          </ac:spMkLst>
        </pc:spChg>
        <pc:spChg chg="add mod ord">
          <ac:chgData name="Chao Peng" userId="5097277206b168ac" providerId="LiveId" clId="{CF902DBB-3E2C-4B30-A1C9-13B9C83051C8}" dt="2025-11-20T17:34:48.869" v="4873" actId="700"/>
          <ac:spMkLst>
            <pc:docMk/>
            <pc:sldMk cId="3180708375" sldId="312"/>
            <ac:spMk id="6" creationId="{9728FC47-0707-3270-CE86-0D8907BC8A5E}"/>
          </ac:spMkLst>
        </pc:spChg>
      </pc:sldChg>
      <pc:sldChg chg="addSp delSp modSp new mod modClrScheme chgLayout">
        <pc:chgData name="Chao Peng" userId="5097277206b168ac" providerId="LiveId" clId="{CF902DBB-3E2C-4B30-A1C9-13B9C83051C8}" dt="2025-11-20T17:52:46.523" v="5428" actId="20577"/>
        <pc:sldMkLst>
          <pc:docMk/>
          <pc:sldMk cId="1537488763" sldId="313"/>
        </pc:sldMkLst>
        <pc:spChg chg="add mod ord">
          <ac:chgData name="Chao Peng" userId="5097277206b168ac" providerId="LiveId" clId="{CF902DBB-3E2C-4B30-A1C9-13B9C83051C8}" dt="2025-11-20T17:52:46.523" v="5428" actId="20577"/>
          <ac:spMkLst>
            <pc:docMk/>
            <pc:sldMk cId="1537488763" sldId="313"/>
            <ac:spMk id="4" creationId="{7EFBB4DE-C051-0B36-B4A3-D10B2D2FC705}"/>
          </ac:spMkLst>
        </pc:spChg>
        <pc:spChg chg="add mod ord">
          <ac:chgData name="Chao Peng" userId="5097277206b168ac" providerId="LiveId" clId="{CF902DBB-3E2C-4B30-A1C9-13B9C83051C8}" dt="2025-11-20T17:48:28.453" v="5412" actId="20577"/>
          <ac:spMkLst>
            <pc:docMk/>
            <pc:sldMk cId="1537488763" sldId="313"/>
            <ac:spMk id="5" creationId="{CBBA180B-44CC-720B-C530-B02AB0DFA2A8}"/>
          </ac:spMkLst>
        </pc:spChg>
        <pc:spChg chg="add mod ord">
          <ac:chgData name="Chao Peng" userId="5097277206b168ac" providerId="LiveId" clId="{CF902DBB-3E2C-4B30-A1C9-13B9C83051C8}" dt="2025-11-20T17:47:23.121" v="5188" actId="700"/>
          <ac:spMkLst>
            <pc:docMk/>
            <pc:sldMk cId="1537488763" sldId="313"/>
            <ac:spMk id="6" creationId="{EA1982A8-686E-EFC3-A528-F298F30FA2E8}"/>
          </ac:spMkLst>
        </pc:spChg>
      </pc:sldChg>
      <pc:sldChg chg="modSp add mod">
        <pc:chgData name="Chao Peng" userId="5097277206b168ac" providerId="LiveId" clId="{CF902DBB-3E2C-4B30-A1C9-13B9C83051C8}" dt="2025-11-20T18:02:42.178" v="5687" actId="20577"/>
        <pc:sldMkLst>
          <pc:docMk/>
          <pc:sldMk cId="1568304132" sldId="314"/>
        </pc:sldMkLst>
        <pc:spChg chg="mod">
          <ac:chgData name="Chao Peng" userId="5097277206b168ac" providerId="LiveId" clId="{CF902DBB-3E2C-4B30-A1C9-13B9C83051C8}" dt="2025-11-20T18:02:42.178" v="5687" actId="20577"/>
          <ac:spMkLst>
            <pc:docMk/>
            <pc:sldMk cId="1568304132" sldId="314"/>
            <ac:spMk id="2" creationId="{669FEB93-C52E-CBDD-2BE1-3EE5B471BF5C}"/>
          </ac:spMkLst>
        </pc:spChg>
        <pc:spChg chg="mod">
          <ac:chgData name="Chao Peng" userId="5097277206b168ac" providerId="LiveId" clId="{CF902DBB-3E2C-4B30-A1C9-13B9C83051C8}" dt="2025-11-20T18:02:37.153" v="5678" actId="20577"/>
          <ac:spMkLst>
            <pc:docMk/>
            <pc:sldMk cId="1568304132" sldId="314"/>
            <ac:spMk id="3" creationId="{BDABA778-8697-77F7-5976-5351530FBEF5}"/>
          </ac:spMkLst>
        </pc:spChg>
      </pc:sldChg>
      <pc:sldChg chg="addSp delSp modSp new mod modClrScheme chgLayout">
        <pc:chgData name="Chao Peng" userId="5097277206b168ac" providerId="LiveId" clId="{CF902DBB-3E2C-4B30-A1C9-13B9C83051C8}" dt="2025-11-20T19:49:36.837" v="6645" actId="20577"/>
        <pc:sldMkLst>
          <pc:docMk/>
          <pc:sldMk cId="3168618100" sldId="315"/>
        </pc:sldMkLst>
        <pc:spChg chg="mod ord">
          <ac:chgData name="Chao Peng" userId="5097277206b168ac" providerId="LiveId" clId="{CF902DBB-3E2C-4B30-A1C9-13B9C83051C8}" dt="2025-11-20T19:36:49.504" v="6322" actId="20577"/>
          <ac:spMkLst>
            <pc:docMk/>
            <pc:sldMk cId="3168618100" sldId="315"/>
            <ac:spMk id="2" creationId="{D0CBC05D-C287-74DF-70DD-1C3DAA0820D1}"/>
          </ac:spMkLst>
        </pc:spChg>
        <pc:spChg chg="add mod ord">
          <ac:chgData name="Chao Peng" userId="5097277206b168ac" providerId="LiveId" clId="{CF902DBB-3E2C-4B30-A1C9-13B9C83051C8}" dt="2025-11-20T19:49:36.837" v="6645" actId="20577"/>
          <ac:spMkLst>
            <pc:docMk/>
            <pc:sldMk cId="3168618100" sldId="315"/>
            <ac:spMk id="4" creationId="{333AE6A7-5159-4F2F-3537-4B718B4E65E4}"/>
          </ac:spMkLst>
        </pc:spChg>
        <pc:spChg chg="add mod ord">
          <ac:chgData name="Chao Peng" userId="5097277206b168ac" providerId="LiveId" clId="{CF902DBB-3E2C-4B30-A1C9-13B9C83051C8}" dt="2025-11-20T19:05:51.921" v="5718" actId="700"/>
          <ac:spMkLst>
            <pc:docMk/>
            <pc:sldMk cId="3168618100" sldId="315"/>
            <ac:spMk id="5" creationId="{29003736-D552-184A-20D8-6007EE35D92C}"/>
          </ac:spMkLst>
        </pc:spChg>
      </pc:sldChg>
      <pc:sldChg chg="modSp add mod">
        <pc:chgData name="Chao Peng" userId="5097277206b168ac" providerId="LiveId" clId="{CF902DBB-3E2C-4B30-A1C9-13B9C83051C8}" dt="2025-11-20T19:54:36.603" v="6972" actId="5793"/>
        <pc:sldMkLst>
          <pc:docMk/>
          <pc:sldMk cId="77210177" sldId="317"/>
        </pc:sldMkLst>
        <pc:spChg chg="mod">
          <ac:chgData name="Chao Peng" userId="5097277206b168ac" providerId="LiveId" clId="{CF902DBB-3E2C-4B30-A1C9-13B9C83051C8}" dt="2025-11-20T19:54:36.603" v="6972" actId="5793"/>
          <ac:spMkLst>
            <pc:docMk/>
            <pc:sldMk cId="77210177" sldId="317"/>
            <ac:spMk id="4" creationId="{218033B0-8A17-A30D-56CE-48C44EBCFB35}"/>
          </ac:spMkLst>
        </pc:spChg>
      </pc:sldChg>
      <pc:sldChg chg="modSp add mod">
        <pc:chgData name="Chao Peng" userId="5097277206b168ac" providerId="LiveId" clId="{CF902DBB-3E2C-4B30-A1C9-13B9C83051C8}" dt="2025-11-20T19:59:33.313" v="7256" actId="20577"/>
        <pc:sldMkLst>
          <pc:docMk/>
          <pc:sldMk cId="739198676" sldId="318"/>
        </pc:sldMkLst>
        <pc:spChg chg="mod">
          <ac:chgData name="Chao Peng" userId="5097277206b168ac" providerId="LiveId" clId="{CF902DBB-3E2C-4B30-A1C9-13B9C83051C8}" dt="2025-11-20T19:59:33.313" v="7256" actId="20577"/>
          <ac:spMkLst>
            <pc:docMk/>
            <pc:sldMk cId="739198676" sldId="318"/>
            <ac:spMk id="4" creationId="{CA209A48-9D13-6B15-B453-6D93F2AFF5DA}"/>
          </ac:spMkLst>
        </pc:spChg>
      </pc:sldChg>
    </pc:docChg>
  </pc:docChgLst>
  <pc:docChgLst>
    <pc:chgData name="Chao Peng" userId="5097277206b168ac" providerId="LiveId" clId="{E0119821-DE04-42F8-ADB4-539367C53165}"/>
    <pc:docChg chg="undo custSel addSld delSld modSld sldOrd addSection delSection modSection">
      <pc:chgData name="Chao Peng" userId="5097277206b168ac" providerId="LiveId" clId="{E0119821-DE04-42F8-ADB4-539367C53165}" dt="2025-11-25T19:17:45.278" v="1620" actId="20577"/>
      <pc:docMkLst>
        <pc:docMk/>
      </pc:docMkLst>
      <pc:sldChg chg="addSp delSp modSp mod">
        <pc:chgData name="Chao Peng" userId="5097277206b168ac" providerId="LiveId" clId="{E0119821-DE04-42F8-ADB4-539367C53165}" dt="2025-11-20T12:57:24.895" v="258" actId="6549"/>
        <pc:sldMkLst>
          <pc:docMk/>
          <pc:sldMk cId="582107437" sldId="278"/>
        </pc:sldMkLst>
        <pc:spChg chg="add mod">
          <ac:chgData name="Chao Peng" userId="5097277206b168ac" providerId="LiveId" clId="{E0119821-DE04-42F8-ADB4-539367C53165}" dt="2025-11-20T12:57:24.895" v="258" actId="6549"/>
          <ac:spMkLst>
            <pc:docMk/>
            <pc:sldMk cId="582107437" sldId="278"/>
            <ac:spMk id="16" creationId="{8F2B0798-72A1-BDD3-D1F8-5BB0E4D2EE69}"/>
          </ac:spMkLst>
        </pc:spChg>
        <pc:spChg chg="mod">
          <ac:chgData name="Chao Peng" userId="5097277206b168ac" providerId="LiveId" clId="{E0119821-DE04-42F8-ADB4-539367C53165}" dt="2025-11-20T12:53:53.596" v="240" actId="20577"/>
          <ac:spMkLst>
            <pc:docMk/>
            <pc:sldMk cId="582107437" sldId="278"/>
            <ac:spMk id="361" creationId="{00000000-0000-0000-0000-000000000000}"/>
          </ac:spMkLst>
        </pc:spChg>
        <pc:picChg chg="add mod">
          <ac:chgData name="Chao Peng" userId="5097277206b168ac" providerId="LiveId" clId="{E0119821-DE04-42F8-ADB4-539367C53165}" dt="2025-11-20T12:54:05.108" v="243" actId="1076"/>
          <ac:picMkLst>
            <pc:docMk/>
            <pc:sldMk cId="582107437" sldId="278"/>
            <ac:picMk id="25" creationId="{26F81221-F5DA-53A5-2229-A8D0463E1DE6}"/>
          </ac:picMkLst>
        </pc:picChg>
      </pc:sldChg>
      <pc:sldChg chg="addSp delSp modSp add mod">
        <pc:chgData name="Chao Peng" userId="5097277206b168ac" providerId="LiveId" clId="{E0119821-DE04-42F8-ADB4-539367C53165}" dt="2025-11-20T12:58:56.362" v="283"/>
        <pc:sldMkLst>
          <pc:docMk/>
          <pc:sldMk cId="1534052755" sldId="279"/>
        </pc:sldMkLst>
        <pc:spChg chg="mod">
          <ac:chgData name="Chao Peng" userId="5097277206b168ac" providerId="LiveId" clId="{E0119821-DE04-42F8-ADB4-539367C53165}" dt="2025-11-20T12:58:56.362" v="283"/>
          <ac:spMkLst>
            <pc:docMk/>
            <pc:sldMk cId="1534052755" sldId="279"/>
            <ac:spMk id="361" creationId="{90443CC6-22EE-AD08-AAF1-A3D1F45F092A}"/>
          </ac:spMkLst>
        </pc:spChg>
        <pc:picChg chg="add mod">
          <ac:chgData name="Chao Peng" userId="5097277206b168ac" providerId="LiveId" clId="{E0119821-DE04-42F8-ADB4-539367C53165}" dt="2025-11-20T12:50:56.485" v="147" actId="1076"/>
          <ac:picMkLst>
            <pc:docMk/>
            <pc:sldMk cId="1534052755" sldId="279"/>
            <ac:picMk id="5" creationId="{E5322494-E66E-2BAB-9431-C8CDBA8DE841}"/>
          </ac:picMkLst>
        </pc:picChg>
        <pc:picChg chg="add mod">
          <ac:chgData name="Chao Peng" userId="5097277206b168ac" providerId="LiveId" clId="{E0119821-DE04-42F8-ADB4-539367C53165}" dt="2025-11-20T12:51:02.342" v="150" actId="14100"/>
          <ac:picMkLst>
            <pc:docMk/>
            <pc:sldMk cId="1534052755" sldId="279"/>
            <ac:picMk id="7" creationId="{EFE06335-A2FA-B4B9-F1AB-BF520EEC4ED2}"/>
          </ac:picMkLst>
        </pc:picChg>
      </pc:sldChg>
      <pc:sldChg chg="addSp delSp modSp add mod">
        <pc:chgData name="Chao Peng" userId="5097277206b168ac" providerId="LiveId" clId="{E0119821-DE04-42F8-ADB4-539367C53165}" dt="2025-11-20T12:59:24.560" v="326" actId="1076"/>
        <pc:sldMkLst>
          <pc:docMk/>
          <pc:sldMk cId="3379026630" sldId="280"/>
        </pc:sldMkLst>
        <pc:spChg chg="mod">
          <ac:chgData name="Chao Peng" userId="5097277206b168ac" providerId="LiveId" clId="{E0119821-DE04-42F8-ADB4-539367C53165}" dt="2025-11-20T12:59:18.547" v="323" actId="20577"/>
          <ac:spMkLst>
            <pc:docMk/>
            <pc:sldMk cId="3379026630" sldId="280"/>
            <ac:spMk id="361" creationId="{279B3DBD-F959-BA16-FB78-975A075180FB}"/>
          </ac:spMkLst>
        </pc:spChg>
        <pc:picChg chg="mod">
          <ac:chgData name="Chao Peng" userId="5097277206b168ac" providerId="LiveId" clId="{E0119821-DE04-42F8-ADB4-539367C53165}" dt="2025-11-20T12:59:24.560" v="326" actId="1076"/>
          <ac:picMkLst>
            <pc:docMk/>
            <pc:sldMk cId="3379026630" sldId="280"/>
            <ac:picMk id="15" creationId="{1557F185-609F-15FC-4C5D-E01106B1B183}"/>
          </ac:picMkLst>
        </pc:picChg>
      </pc:sldChg>
      <pc:sldChg chg="addSp delSp modSp new mod">
        <pc:chgData name="Chao Peng" userId="5097277206b168ac" providerId="LiveId" clId="{E0119821-DE04-42F8-ADB4-539367C53165}" dt="2025-11-20T13:00:05.677" v="332"/>
        <pc:sldMkLst>
          <pc:docMk/>
          <pc:sldMk cId="3479511272" sldId="281"/>
        </pc:sldMkLst>
        <pc:spChg chg="mod">
          <ac:chgData name="Chao Peng" userId="5097277206b168ac" providerId="LiveId" clId="{E0119821-DE04-42F8-ADB4-539367C53165}" dt="2025-11-20T13:00:05.677" v="332"/>
          <ac:spMkLst>
            <pc:docMk/>
            <pc:sldMk cId="3479511272" sldId="281"/>
            <ac:spMk id="2" creationId="{CA35EDA9-E8DB-B86D-02F5-124D3361B0E6}"/>
          </ac:spMkLst>
        </pc:spChg>
        <pc:picChg chg="add mod">
          <ac:chgData name="Chao Peng" userId="5097277206b168ac" providerId="LiveId" clId="{E0119821-DE04-42F8-ADB4-539367C53165}" dt="2025-11-20T12:56:42.344" v="253" actId="14100"/>
          <ac:picMkLst>
            <pc:docMk/>
            <pc:sldMk cId="3479511272" sldId="281"/>
            <ac:picMk id="5" creationId="{58727B0D-E16D-70F9-08DD-4F2100829057}"/>
          </ac:picMkLst>
        </pc:picChg>
      </pc:sldChg>
      <pc:sldChg chg="addSp delSp modSp new mod">
        <pc:chgData name="Chao Peng" userId="5097277206b168ac" providerId="LiveId" clId="{E0119821-DE04-42F8-ADB4-539367C53165}" dt="2025-11-20T13:00:08.807" v="333"/>
        <pc:sldMkLst>
          <pc:docMk/>
          <pc:sldMk cId="3884851628" sldId="282"/>
        </pc:sldMkLst>
        <pc:spChg chg="mod">
          <ac:chgData name="Chao Peng" userId="5097277206b168ac" providerId="LiveId" clId="{E0119821-DE04-42F8-ADB4-539367C53165}" dt="2025-11-20T13:00:08.807" v="333"/>
          <ac:spMkLst>
            <pc:docMk/>
            <pc:sldMk cId="3884851628" sldId="282"/>
            <ac:spMk id="2" creationId="{2373BE07-ECC3-7AAB-7EBC-DCCE7A32DDA8}"/>
          </ac:spMkLst>
        </pc:spChg>
        <pc:picChg chg="add mod">
          <ac:chgData name="Chao Peng" userId="5097277206b168ac" providerId="LiveId" clId="{E0119821-DE04-42F8-ADB4-539367C53165}" dt="2025-11-20T12:59:32.569" v="329" actId="1076"/>
          <ac:picMkLst>
            <pc:docMk/>
            <pc:sldMk cId="3884851628" sldId="282"/>
            <ac:picMk id="5" creationId="{B63159FF-22B3-CC16-E796-A3EEDEF9A765}"/>
          </ac:picMkLst>
        </pc:picChg>
      </pc:sldChg>
      <pc:sldChg chg="addSp delSp modSp add mod">
        <pc:chgData name="Chao Peng" userId="5097277206b168ac" providerId="LiveId" clId="{E0119821-DE04-42F8-ADB4-539367C53165}" dt="2025-11-20T12:58:51.147" v="282" actId="20577"/>
        <pc:sldMkLst>
          <pc:docMk/>
          <pc:sldMk cId="2368508137" sldId="283"/>
        </pc:sldMkLst>
        <pc:spChg chg="mod">
          <ac:chgData name="Chao Peng" userId="5097277206b168ac" providerId="LiveId" clId="{E0119821-DE04-42F8-ADB4-539367C53165}" dt="2025-11-20T12:58:51.147" v="282" actId="20577"/>
          <ac:spMkLst>
            <pc:docMk/>
            <pc:sldMk cId="2368508137" sldId="283"/>
            <ac:spMk id="361" creationId="{8EA07D1F-AF1B-D103-2ADF-1D8AA1D8F9C6}"/>
          </ac:spMkLst>
        </pc:spChg>
        <pc:picChg chg="add mod">
          <ac:chgData name="Chao Peng" userId="5097277206b168ac" providerId="LiveId" clId="{E0119821-DE04-42F8-ADB4-539367C53165}" dt="2025-11-20T12:58:47.973" v="271" actId="1076"/>
          <ac:picMkLst>
            <pc:docMk/>
            <pc:sldMk cId="2368508137" sldId="283"/>
            <ac:picMk id="3" creationId="{75911B6D-CE5C-9018-D3A7-08FECAF79B1B}"/>
          </ac:picMkLst>
        </pc:picChg>
      </pc:sldChg>
      <pc:sldChg chg="addSp delSp modSp new mod">
        <pc:chgData name="Chao Peng" userId="5097277206b168ac" providerId="LiveId" clId="{E0119821-DE04-42F8-ADB4-539367C53165}" dt="2025-11-20T13:03:26.769" v="379" actId="20577"/>
        <pc:sldMkLst>
          <pc:docMk/>
          <pc:sldMk cId="2090285269" sldId="284"/>
        </pc:sldMkLst>
        <pc:spChg chg="mod">
          <ac:chgData name="Chao Peng" userId="5097277206b168ac" providerId="LiveId" clId="{E0119821-DE04-42F8-ADB4-539367C53165}" dt="2025-11-20T13:03:26.769" v="379" actId="20577"/>
          <ac:spMkLst>
            <pc:docMk/>
            <pc:sldMk cId="2090285269" sldId="284"/>
            <ac:spMk id="2" creationId="{79AAEA64-86BD-9E86-66A7-E50FB81B71BC}"/>
          </ac:spMkLst>
        </pc:spChg>
        <pc:picChg chg="add mod">
          <ac:chgData name="Chao Peng" userId="5097277206b168ac" providerId="LiveId" clId="{E0119821-DE04-42F8-ADB4-539367C53165}" dt="2025-11-20T13:02:35.785" v="354" actId="1076"/>
          <ac:picMkLst>
            <pc:docMk/>
            <pc:sldMk cId="2090285269" sldId="284"/>
            <ac:picMk id="5" creationId="{5FEF04D0-D36E-3F56-8A07-A6E2847282B5}"/>
          </ac:picMkLst>
        </pc:picChg>
      </pc:sldChg>
      <pc:sldChg chg="addSp delSp modSp new mod ord">
        <pc:chgData name="Chao Peng" userId="5097277206b168ac" providerId="LiveId" clId="{E0119821-DE04-42F8-ADB4-539367C53165}" dt="2025-11-20T13:03:47.833" v="388" actId="1076"/>
        <pc:sldMkLst>
          <pc:docMk/>
          <pc:sldMk cId="4008090118" sldId="285"/>
        </pc:sldMkLst>
        <pc:spChg chg="mod">
          <ac:chgData name="Chao Peng" userId="5097277206b168ac" providerId="LiveId" clId="{E0119821-DE04-42F8-ADB4-539367C53165}" dt="2025-11-20T13:03:34.114" v="381"/>
          <ac:spMkLst>
            <pc:docMk/>
            <pc:sldMk cId="4008090118" sldId="285"/>
            <ac:spMk id="2" creationId="{08F548C8-E0B4-DE55-E0BC-505E09A348EA}"/>
          </ac:spMkLst>
        </pc:spChg>
        <pc:picChg chg="add mod">
          <ac:chgData name="Chao Peng" userId="5097277206b168ac" providerId="LiveId" clId="{E0119821-DE04-42F8-ADB4-539367C53165}" dt="2025-11-20T13:03:47.833" v="388" actId="1076"/>
          <ac:picMkLst>
            <pc:docMk/>
            <pc:sldMk cId="4008090118" sldId="285"/>
            <ac:picMk id="5" creationId="{997F0EB1-2DCA-D94C-83BF-671F7822C5ED}"/>
          </ac:picMkLst>
        </pc:picChg>
      </pc:sldChg>
      <pc:sldChg chg="addSp delSp modSp new mod modClrScheme chgLayout">
        <pc:chgData name="Chao Peng" userId="5097277206b168ac" providerId="LiveId" clId="{E0119821-DE04-42F8-ADB4-539367C53165}" dt="2025-11-20T13:05:05.594" v="487" actId="404"/>
        <pc:sldMkLst>
          <pc:docMk/>
          <pc:sldMk cId="3262460815" sldId="286"/>
        </pc:sldMkLst>
        <pc:spChg chg="add mod ord">
          <ac:chgData name="Chao Peng" userId="5097277206b168ac" providerId="LiveId" clId="{E0119821-DE04-42F8-ADB4-539367C53165}" dt="2025-11-20T13:05:05.594" v="487" actId="404"/>
          <ac:spMkLst>
            <pc:docMk/>
            <pc:sldMk cId="3262460815" sldId="286"/>
            <ac:spMk id="4" creationId="{F3F752DB-509A-8B00-6F0D-61DB6C29C2A2}"/>
          </ac:spMkLst>
        </pc:spChg>
      </pc:sldChg>
      <pc:sldChg chg="modSp add mod">
        <pc:chgData name="Chao Peng" userId="5097277206b168ac" providerId="LiveId" clId="{E0119821-DE04-42F8-ADB4-539367C53165}" dt="2025-11-20T13:05:55.640" v="539" actId="20577"/>
        <pc:sldMkLst>
          <pc:docMk/>
          <pc:sldMk cId="1027754062" sldId="287"/>
        </pc:sldMkLst>
        <pc:spChg chg="mod">
          <ac:chgData name="Chao Peng" userId="5097277206b168ac" providerId="LiveId" clId="{E0119821-DE04-42F8-ADB4-539367C53165}" dt="2025-11-20T13:05:55.640" v="539" actId="20577"/>
          <ac:spMkLst>
            <pc:docMk/>
            <pc:sldMk cId="1027754062" sldId="287"/>
            <ac:spMk id="4" creationId="{D3921F94-DDD0-F57E-3511-2C5372AA252C}"/>
          </ac:spMkLst>
        </pc:spChg>
      </pc:sldChg>
      <pc:sldChg chg="addSp delSp modSp add mod">
        <pc:chgData name="Chao Peng" userId="5097277206b168ac" providerId="LiveId" clId="{E0119821-DE04-42F8-ADB4-539367C53165}" dt="2025-11-20T13:08:55.863" v="572" actId="6549"/>
        <pc:sldMkLst>
          <pc:docMk/>
          <pc:sldMk cId="3463276044" sldId="289"/>
        </pc:sldMkLst>
        <pc:spChg chg="mod">
          <ac:chgData name="Chao Peng" userId="5097277206b168ac" providerId="LiveId" clId="{E0119821-DE04-42F8-ADB4-539367C53165}" dt="2025-11-20T13:08:55.863" v="572" actId="6549"/>
          <ac:spMkLst>
            <pc:docMk/>
            <pc:sldMk cId="3463276044" sldId="289"/>
            <ac:spMk id="2" creationId="{E67B1D9D-B9F0-25BA-251D-AE35D7DB92A9}"/>
          </ac:spMkLst>
        </pc:spChg>
        <pc:picChg chg="add mod">
          <ac:chgData name="Chao Peng" userId="5097277206b168ac" providerId="LiveId" clId="{E0119821-DE04-42F8-ADB4-539367C53165}" dt="2025-11-20T13:08:12.369" v="567" actId="1076"/>
          <ac:picMkLst>
            <pc:docMk/>
            <pc:sldMk cId="3463276044" sldId="289"/>
            <ac:picMk id="4" creationId="{59F8C311-0D3E-59DD-1F31-D8CD5ED8FD6E}"/>
          </ac:picMkLst>
        </pc:picChg>
      </pc:sldChg>
      <pc:sldChg chg="addSp delSp modSp new mod">
        <pc:chgData name="Chao Peng" userId="5097277206b168ac" providerId="LiveId" clId="{E0119821-DE04-42F8-ADB4-539367C53165}" dt="2025-11-20T13:09:06.067" v="591" actId="1076"/>
        <pc:sldMkLst>
          <pc:docMk/>
          <pc:sldMk cId="3087841366" sldId="290"/>
        </pc:sldMkLst>
        <pc:spChg chg="mod">
          <ac:chgData name="Chao Peng" userId="5097277206b168ac" providerId="LiveId" clId="{E0119821-DE04-42F8-ADB4-539367C53165}" dt="2025-11-20T13:09:03.429" v="589" actId="20577"/>
          <ac:spMkLst>
            <pc:docMk/>
            <pc:sldMk cId="3087841366" sldId="290"/>
            <ac:spMk id="2" creationId="{9DA30406-8A90-FA94-0CD0-D3ABB49EF0CB}"/>
          </ac:spMkLst>
        </pc:spChg>
        <pc:picChg chg="add mod">
          <ac:chgData name="Chao Peng" userId="5097277206b168ac" providerId="LiveId" clId="{E0119821-DE04-42F8-ADB4-539367C53165}" dt="2025-11-20T13:09:06.067" v="591" actId="1076"/>
          <ac:picMkLst>
            <pc:docMk/>
            <pc:sldMk cId="3087841366" sldId="290"/>
            <ac:picMk id="5" creationId="{6A17F479-D9E9-D439-9E67-73C016783D22}"/>
          </ac:picMkLst>
        </pc:picChg>
      </pc:sldChg>
      <pc:sldChg chg="addSp delSp modSp add mod">
        <pc:chgData name="Chao Peng" userId="5097277206b168ac" providerId="LiveId" clId="{E0119821-DE04-42F8-ADB4-539367C53165}" dt="2025-11-20T13:10:17.507" v="679" actId="14100"/>
        <pc:sldMkLst>
          <pc:docMk/>
          <pc:sldMk cId="3231537677" sldId="291"/>
        </pc:sldMkLst>
        <pc:spChg chg="mod">
          <ac:chgData name="Chao Peng" userId="5097277206b168ac" providerId="LiveId" clId="{E0119821-DE04-42F8-ADB4-539367C53165}" dt="2025-11-20T13:09:59.604" v="674" actId="20577"/>
          <ac:spMkLst>
            <pc:docMk/>
            <pc:sldMk cId="3231537677" sldId="291"/>
            <ac:spMk id="2" creationId="{FAB5DBBB-AB9D-95A9-DA2E-EFB61BDEF9A6}"/>
          </ac:spMkLst>
        </pc:spChg>
        <pc:picChg chg="add mod">
          <ac:chgData name="Chao Peng" userId="5097277206b168ac" providerId="LiveId" clId="{E0119821-DE04-42F8-ADB4-539367C53165}" dt="2025-11-20T13:10:17.507" v="679" actId="14100"/>
          <ac:picMkLst>
            <pc:docMk/>
            <pc:sldMk cId="3231537677" sldId="291"/>
            <ac:picMk id="4" creationId="{E4E6C3F1-722B-A205-7CA5-D81C491D7B54}"/>
          </ac:picMkLst>
        </pc:picChg>
      </pc:sldChg>
      <pc:sldChg chg="modSp add mod">
        <pc:chgData name="Chao Peng" userId="5097277206b168ac" providerId="LiveId" clId="{E0119821-DE04-42F8-ADB4-539367C53165}" dt="2025-11-20T13:10:48.267" v="707" actId="20577"/>
        <pc:sldMkLst>
          <pc:docMk/>
          <pc:sldMk cId="2697416541" sldId="293"/>
        </pc:sldMkLst>
        <pc:spChg chg="mod">
          <ac:chgData name="Chao Peng" userId="5097277206b168ac" providerId="LiveId" clId="{E0119821-DE04-42F8-ADB4-539367C53165}" dt="2025-11-20T13:10:48.267" v="707" actId="20577"/>
          <ac:spMkLst>
            <pc:docMk/>
            <pc:sldMk cId="2697416541" sldId="293"/>
            <ac:spMk id="4" creationId="{96B86DF5-3394-129A-BE31-DD8440B05651}"/>
          </ac:spMkLst>
        </pc:spChg>
      </pc:sldChg>
      <pc:sldChg chg="addSp delSp modSp add mod modClrScheme chgLayout">
        <pc:chgData name="Chao Peng" userId="5097277206b168ac" providerId="LiveId" clId="{E0119821-DE04-42F8-ADB4-539367C53165}" dt="2025-11-20T13:11:21.499" v="725" actId="700"/>
        <pc:sldMkLst>
          <pc:docMk/>
          <pc:sldMk cId="1714269107" sldId="294"/>
        </pc:sldMkLst>
        <pc:spChg chg="mod ord">
          <ac:chgData name="Chao Peng" userId="5097277206b168ac" providerId="LiveId" clId="{E0119821-DE04-42F8-ADB4-539367C53165}" dt="2025-11-20T13:11:21.499" v="725" actId="700"/>
          <ac:spMkLst>
            <pc:docMk/>
            <pc:sldMk cId="1714269107" sldId="294"/>
            <ac:spMk id="2" creationId="{8F976B52-8B9B-BA8E-8BA6-C97D8026F0A3}"/>
          </ac:spMkLst>
        </pc:spChg>
        <pc:spChg chg="add mod ord">
          <ac:chgData name="Chao Peng" userId="5097277206b168ac" providerId="LiveId" clId="{E0119821-DE04-42F8-ADB4-539367C53165}" dt="2025-11-20T13:11:21.499" v="725" actId="700"/>
          <ac:spMkLst>
            <pc:docMk/>
            <pc:sldMk cId="1714269107" sldId="294"/>
            <ac:spMk id="5" creationId="{F33561D6-6D6B-BC8C-6986-304382796366}"/>
          </ac:spMkLst>
        </pc:spChg>
        <pc:spChg chg="add mod ord">
          <ac:chgData name="Chao Peng" userId="5097277206b168ac" providerId="LiveId" clId="{E0119821-DE04-42F8-ADB4-539367C53165}" dt="2025-11-20T13:11:21.499" v="725" actId="700"/>
          <ac:spMkLst>
            <pc:docMk/>
            <pc:sldMk cId="1714269107" sldId="294"/>
            <ac:spMk id="6" creationId="{CD800928-171D-8483-1493-67D55D76B999}"/>
          </ac:spMkLst>
        </pc:spChg>
      </pc:sldChg>
      <pc:sldChg chg="modSp add mod">
        <pc:chgData name="Chao Peng" userId="5097277206b168ac" providerId="LiveId" clId="{E0119821-DE04-42F8-ADB4-539367C53165}" dt="2025-11-20T13:11:53.980" v="748" actId="6549"/>
        <pc:sldMkLst>
          <pc:docMk/>
          <pc:sldMk cId="92565736" sldId="295"/>
        </pc:sldMkLst>
        <pc:spChg chg="mod">
          <ac:chgData name="Chao Peng" userId="5097277206b168ac" providerId="LiveId" clId="{E0119821-DE04-42F8-ADB4-539367C53165}" dt="2025-11-20T13:11:53.980" v="748" actId="6549"/>
          <ac:spMkLst>
            <pc:docMk/>
            <pc:sldMk cId="92565736" sldId="295"/>
            <ac:spMk id="4" creationId="{98C1220F-D809-9CCC-4E86-FABD873CDF8F}"/>
          </ac:spMkLst>
        </pc:spChg>
      </pc:sldChg>
      <pc:sldChg chg="addSp delSp modSp add mod">
        <pc:chgData name="Chao Peng" userId="5097277206b168ac" providerId="LiveId" clId="{E0119821-DE04-42F8-ADB4-539367C53165}" dt="2025-11-20T13:22:19.082" v="901" actId="13822"/>
        <pc:sldMkLst>
          <pc:docMk/>
          <pc:sldMk cId="1825530062" sldId="297"/>
        </pc:sldMkLst>
        <pc:spChg chg="mod">
          <ac:chgData name="Chao Peng" userId="5097277206b168ac" providerId="LiveId" clId="{E0119821-DE04-42F8-ADB4-539367C53165}" dt="2025-11-20T13:19:12.586" v="842"/>
          <ac:spMkLst>
            <pc:docMk/>
            <pc:sldMk cId="1825530062" sldId="297"/>
            <ac:spMk id="2" creationId="{BC56F1E2-F314-7ABF-7DF5-3E1D02C0D905}"/>
          </ac:spMkLst>
        </pc:spChg>
        <pc:spChg chg="mod">
          <ac:chgData name="Chao Peng" userId="5097277206b168ac" providerId="LiveId" clId="{E0119821-DE04-42F8-ADB4-539367C53165}" dt="2025-11-20T13:19:11.182" v="841" actId="21"/>
          <ac:spMkLst>
            <pc:docMk/>
            <pc:sldMk cId="1825530062" sldId="297"/>
            <ac:spMk id="5" creationId="{FD32DE75-B0CB-B7B2-2FED-F020BCF08852}"/>
          </ac:spMkLst>
        </pc:spChg>
        <pc:spChg chg="add mod">
          <ac:chgData name="Chao Peng" userId="5097277206b168ac" providerId="LiveId" clId="{E0119821-DE04-42F8-ADB4-539367C53165}" dt="2025-11-20T13:19:19.806" v="845" actId="1076"/>
          <ac:spMkLst>
            <pc:docMk/>
            <pc:sldMk cId="1825530062" sldId="297"/>
            <ac:spMk id="10" creationId="{94DC27CE-4575-B1B6-E958-CFCF5C87790B}"/>
          </ac:spMkLst>
        </pc:spChg>
        <pc:spChg chg="add mod">
          <ac:chgData name="Chao Peng" userId="5097277206b168ac" providerId="LiveId" clId="{E0119821-DE04-42F8-ADB4-539367C53165}" dt="2025-11-20T13:20:02.882" v="884" actId="1076"/>
          <ac:spMkLst>
            <pc:docMk/>
            <pc:sldMk cId="1825530062" sldId="297"/>
            <ac:spMk id="15" creationId="{6A38C71E-F1BC-CEAC-2B98-67B383C5772D}"/>
          </ac:spMkLst>
        </pc:spChg>
        <pc:spChg chg="add mod">
          <ac:chgData name="Chao Peng" userId="5097277206b168ac" providerId="LiveId" clId="{E0119821-DE04-42F8-ADB4-539367C53165}" dt="2025-11-20T13:21:52.234" v="896" actId="20577"/>
          <ac:spMkLst>
            <pc:docMk/>
            <pc:sldMk cId="1825530062" sldId="297"/>
            <ac:spMk id="16" creationId="{2D703EEC-2BE2-F4FD-5286-9123784DAF86}"/>
          </ac:spMkLst>
        </pc:spChg>
        <pc:spChg chg="add mod">
          <ac:chgData name="Chao Peng" userId="5097277206b168ac" providerId="LiveId" clId="{E0119821-DE04-42F8-ADB4-539367C53165}" dt="2025-11-20T13:22:09.423" v="899" actId="17032"/>
          <ac:spMkLst>
            <pc:docMk/>
            <pc:sldMk cId="1825530062" sldId="297"/>
            <ac:spMk id="17" creationId="{4521A0FB-EF66-1271-A9A2-BAF70E384ABC}"/>
          </ac:spMkLst>
        </pc:spChg>
        <pc:picChg chg="add mod">
          <ac:chgData name="Chao Peng" userId="5097277206b168ac" providerId="LiveId" clId="{E0119821-DE04-42F8-ADB4-539367C53165}" dt="2025-11-20T13:19:18.083" v="844" actId="1076"/>
          <ac:picMkLst>
            <pc:docMk/>
            <pc:sldMk cId="1825530062" sldId="297"/>
            <ac:picMk id="8" creationId="{F1BC8692-63FA-521B-B4A7-EFD9F83B8A4D}"/>
          </ac:picMkLst>
        </pc:picChg>
        <pc:picChg chg="add mod">
          <ac:chgData name="Chao Peng" userId="5097277206b168ac" providerId="LiveId" clId="{E0119821-DE04-42F8-ADB4-539367C53165}" dt="2025-11-20T13:19:38.192" v="851" actId="1076"/>
          <ac:picMkLst>
            <pc:docMk/>
            <pc:sldMk cId="1825530062" sldId="297"/>
            <ac:picMk id="14" creationId="{46F685C9-DFA6-F6B2-53D0-2143141D4FAD}"/>
          </ac:picMkLst>
        </pc:picChg>
        <pc:cxnChg chg="add mod">
          <ac:chgData name="Chao Peng" userId="5097277206b168ac" providerId="LiveId" clId="{E0119821-DE04-42F8-ADB4-539367C53165}" dt="2025-11-20T13:22:19.082" v="901" actId="13822"/>
          <ac:cxnSpMkLst>
            <pc:docMk/>
            <pc:sldMk cId="1825530062" sldId="297"/>
            <ac:cxnSpMk id="19" creationId="{B4DC7831-1728-1C52-22C8-78BF3CDCB60C}"/>
          </ac:cxnSpMkLst>
        </pc:cxnChg>
      </pc:sldChg>
      <pc:sldChg chg="modSp add mod">
        <pc:chgData name="Chao Peng" userId="5097277206b168ac" providerId="LiveId" clId="{E0119821-DE04-42F8-ADB4-539367C53165}" dt="2025-11-20T13:23:27.552" v="912" actId="20577"/>
        <pc:sldMkLst>
          <pc:docMk/>
          <pc:sldMk cId="3997534717" sldId="298"/>
        </pc:sldMkLst>
        <pc:spChg chg="mod">
          <ac:chgData name="Chao Peng" userId="5097277206b168ac" providerId="LiveId" clId="{E0119821-DE04-42F8-ADB4-539367C53165}" dt="2025-11-20T13:23:27.552" v="912" actId="20577"/>
          <ac:spMkLst>
            <pc:docMk/>
            <pc:sldMk cId="3997534717" sldId="298"/>
            <ac:spMk id="4" creationId="{7607925F-0501-71C3-E06B-5B128BAFB234}"/>
          </ac:spMkLst>
        </pc:spChg>
      </pc:sldChg>
      <pc:sldChg chg="addSp delSp modSp add mod chgLayout">
        <pc:chgData name="Chao Peng" userId="5097277206b168ac" providerId="LiveId" clId="{E0119821-DE04-42F8-ADB4-539367C53165}" dt="2025-11-20T13:24:02.501" v="952" actId="6549"/>
        <pc:sldMkLst>
          <pc:docMk/>
          <pc:sldMk cId="1192191595" sldId="299"/>
        </pc:sldMkLst>
        <pc:spChg chg="mod ord">
          <ac:chgData name="Chao Peng" userId="5097277206b168ac" providerId="LiveId" clId="{E0119821-DE04-42F8-ADB4-539367C53165}" dt="2025-11-20T13:24:02.501" v="952" actId="6549"/>
          <ac:spMkLst>
            <pc:docMk/>
            <pc:sldMk cId="1192191595" sldId="299"/>
            <ac:spMk id="2" creationId="{46CB6417-6831-BAF8-DAA2-EC6B55AEFB52}"/>
          </ac:spMkLst>
        </pc:spChg>
        <pc:spChg chg="add mod ord">
          <ac:chgData name="Chao Peng" userId="5097277206b168ac" providerId="LiveId" clId="{E0119821-DE04-42F8-ADB4-539367C53165}" dt="2025-11-20T13:23:41.658" v="922" actId="700"/>
          <ac:spMkLst>
            <pc:docMk/>
            <pc:sldMk cId="1192191595" sldId="299"/>
            <ac:spMk id="3" creationId="{5EC65ED9-3A21-17B2-4CAD-B8C1C1D288BD}"/>
          </ac:spMkLst>
        </pc:spChg>
        <pc:spChg chg="add mod ord">
          <ac:chgData name="Chao Peng" userId="5097277206b168ac" providerId="LiveId" clId="{E0119821-DE04-42F8-ADB4-539367C53165}" dt="2025-11-20T13:23:41.658" v="922" actId="700"/>
          <ac:spMkLst>
            <pc:docMk/>
            <pc:sldMk cId="1192191595" sldId="299"/>
            <ac:spMk id="4" creationId="{33A847D1-1D7D-5FC1-80C6-410CDEBFCF61}"/>
          </ac:spMkLst>
        </pc:spChg>
      </pc:sldChg>
      <pc:sldChg chg="modSp add mod">
        <pc:chgData name="Chao Peng" userId="5097277206b168ac" providerId="LiveId" clId="{E0119821-DE04-42F8-ADB4-539367C53165}" dt="2025-11-20T13:23:49.815" v="941" actId="20577"/>
        <pc:sldMkLst>
          <pc:docMk/>
          <pc:sldMk cId="4078334671" sldId="300"/>
        </pc:sldMkLst>
        <pc:spChg chg="mod">
          <ac:chgData name="Chao Peng" userId="5097277206b168ac" providerId="LiveId" clId="{E0119821-DE04-42F8-ADB4-539367C53165}" dt="2025-11-20T13:23:49.815" v="941" actId="20577"/>
          <ac:spMkLst>
            <pc:docMk/>
            <pc:sldMk cId="4078334671" sldId="300"/>
            <ac:spMk id="2" creationId="{EEC6197F-A794-76D9-5028-6CB925428E67}"/>
          </ac:spMkLst>
        </pc:spChg>
      </pc:sldChg>
      <pc:sldChg chg="modSp add mod">
        <pc:chgData name="Chao Peng" userId="5097277206b168ac" providerId="LiveId" clId="{E0119821-DE04-42F8-ADB4-539367C53165}" dt="2025-11-20T13:24:32.800" v="1014" actId="20577"/>
        <pc:sldMkLst>
          <pc:docMk/>
          <pc:sldMk cId="3387834773" sldId="302"/>
        </pc:sldMkLst>
        <pc:spChg chg="mod">
          <ac:chgData name="Chao Peng" userId="5097277206b168ac" providerId="LiveId" clId="{E0119821-DE04-42F8-ADB4-539367C53165}" dt="2025-11-20T13:24:32.800" v="1014" actId="20577"/>
          <ac:spMkLst>
            <pc:docMk/>
            <pc:sldMk cId="3387834773" sldId="302"/>
            <ac:spMk id="2" creationId="{54A6AF81-98A1-053A-1369-B5CC070E0972}"/>
          </ac:spMkLst>
        </pc:spChg>
      </pc:sldChg>
      <pc:sldChg chg="addSp delSp modSp new mod ord">
        <pc:chgData name="Chao Peng" userId="5097277206b168ac" providerId="LiveId" clId="{E0119821-DE04-42F8-ADB4-539367C53165}" dt="2025-11-20T13:25:11.241" v="1038" actId="14100"/>
        <pc:sldMkLst>
          <pc:docMk/>
          <pc:sldMk cId="2503814211" sldId="303"/>
        </pc:sldMkLst>
        <pc:spChg chg="mod">
          <ac:chgData name="Chao Peng" userId="5097277206b168ac" providerId="LiveId" clId="{E0119821-DE04-42F8-ADB4-539367C53165}" dt="2025-11-20T13:24:54.294" v="1029" actId="20577"/>
          <ac:spMkLst>
            <pc:docMk/>
            <pc:sldMk cId="2503814211" sldId="303"/>
            <ac:spMk id="2" creationId="{AC35F9DF-7070-319E-14B8-BE4DCEA880C2}"/>
          </ac:spMkLst>
        </pc:spChg>
        <pc:picChg chg="add mod">
          <ac:chgData name="Chao Peng" userId="5097277206b168ac" providerId="LiveId" clId="{E0119821-DE04-42F8-ADB4-539367C53165}" dt="2025-11-20T13:25:01.208" v="1035" actId="1076"/>
          <ac:picMkLst>
            <pc:docMk/>
            <pc:sldMk cId="2503814211" sldId="303"/>
            <ac:picMk id="5" creationId="{0CC85617-2F65-6A76-2E17-36805CFF9A56}"/>
          </ac:picMkLst>
        </pc:picChg>
        <pc:picChg chg="add mod">
          <ac:chgData name="Chao Peng" userId="5097277206b168ac" providerId="LiveId" clId="{E0119821-DE04-42F8-ADB4-539367C53165}" dt="2025-11-20T13:25:11.241" v="1038" actId="14100"/>
          <ac:picMkLst>
            <pc:docMk/>
            <pc:sldMk cId="2503814211" sldId="303"/>
            <ac:picMk id="7" creationId="{2F883FE6-CC45-AEE7-1FD7-B74317FF43B7}"/>
          </ac:picMkLst>
        </pc:picChg>
      </pc:sldChg>
      <pc:sldChg chg="addSp delSp modSp add mod">
        <pc:chgData name="Chao Peng" userId="5097277206b168ac" providerId="LiveId" clId="{E0119821-DE04-42F8-ADB4-539367C53165}" dt="2025-11-20T13:25:53.486" v="1055" actId="1076"/>
        <pc:sldMkLst>
          <pc:docMk/>
          <pc:sldMk cId="2762924786" sldId="304"/>
        </pc:sldMkLst>
        <pc:picChg chg="add mod">
          <ac:chgData name="Chao Peng" userId="5097277206b168ac" providerId="LiveId" clId="{E0119821-DE04-42F8-ADB4-539367C53165}" dt="2025-11-20T13:25:29.577" v="1045" actId="1076"/>
          <ac:picMkLst>
            <pc:docMk/>
            <pc:sldMk cId="2762924786" sldId="304"/>
            <ac:picMk id="4" creationId="{442A66B9-ACE9-43B0-D90A-576F08C25214}"/>
          </ac:picMkLst>
        </pc:picChg>
        <pc:picChg chg="add mod">
          <ac:chgData name="Chao Peng" userId="5097277206b168ac" providerId="LiveId" clId="{E0119821-DE04-42F8-ADB4-539367C53165}" dt="2025-11-20T13:25:40.233" v="1049" actId="1076"/>
          <ac:picMkLst>
            <pc:docMk/>
            <pc:sldMk cId="2762924786" sldId="304"/>
            <ac:picMk id="8" creationId="{F8541C1F-0E71-46D2-FAF2-06EEF141A3AA}"/>
          </ac:picMkLst>
        </pc:picChg>
        <pc:picChg chg="add mod">
          <ac:chgData name="Chao Peng" userId="5097277206b168ac" providerId="LiveId" clId="{E0119821-DE04-42F8-ADB4-539367C53165}" dt="2025-11-20T13:25:53.486" v="1055" actId="1076"/>
          <ac:picMkLst>
            <pc:docMk/>
            <pc:sldMk cId="2762924786" sldId="304"/>
            <ac:picMk id="10" creationId="{04C571F9-27B3-089E-8059-DEA9F469A395}"/>
          </ac:picMkLst>
        </pc:picChg>
      </pc:sldChg>
      <pc:sldChg chg="addSp delSp modSp new mod">
        <pc:chgData name="Chao Peng" userId="5097277206b168ac" providerId="LiveId" clId="{E0119821-DE04-42F8-ADB4-539367C53165}" dt="2025-11-20T13:26:23.411" v="1063" actId="478"/>
        <pc:sldMkLst>
          <pc:docMk/>
          <pc:sldMk cId="1165793951" sldId="305"/>
        </pc:sldMkLst>
        <pc:spChg chg="mod">
          <ac:chgData name="Chao Peng" userId="5097277206b168ac" providerId="LiveId" clId="{E0119821-DE04-42F8-ADB4-539367C53165}" dt="2025-11-20T13:26:22.237" v="1062"/>
          <ac:spMkLst>
            <pc:docMk/>
            <pc:sldMk cId="1165793951" sldId="305"/>
            <ac:spMk id="2" creationId="{BDC4B6B2-3DCD-9EB9-FEDE-6F9AAD5BC6A2}"/>
          </ac:spMkLst>
        </pc:spChg>
        <pc:picChg chg="add mod">
          <ac:chgData name="Chao Peng" userId="5097277206b168ac" providerId="LiveId" clId="{E0119821-DE04-42F8-ADB4-539367C53165}" dt="2025-11-20T13:26:18.123" v="1061" actId="1076"/>
          <ac:picMkLst>
            <pc:docMk/>
            <pc:sldMk cId="1165793951" sldId="305"/>
            <ac:picMk id="5" creationId="{122FD250-6C16-E1CD-F906-208E7A7443C0}"/>
          </ac:picMkLst>
        </pc:picChg>
      </pc:sldChg>
      <pc:sldChg chg="modSp mod">
        <pc:chgData name="Chao Peng" userId="5097277206b168ac" providerId="LiveId" clId="{E0119821-DE04-42F8-ADB4-539367C53165}" dt="2025-11-25T19:14:37.506" v="1362" actId="20577"/>
        <pc:sldMkLst>
          <pc:docMk/>
          <pc:sldMk cId="3180708375" sldId="312"/>
        </pc:sldMkLst>
        <pc:spChg chg="mod">
          <ac:chgData name="Chao Peng" userId="5097277206b168ac" providerId="LiveId" clId="{E0119821-DE04-42F8-ADB4-539367C53165}" dt="2025-11-25T19:14:37.506" v="1362" actId="20577"/>
          <ac:spMkLst>
            <pc:docMk/>
            <pc:sldMk cId="3180708375" sldId="312"/>
            <ac:spMk id="5" creationId="{A4C5464F-F8FA-B29A-30AF-7545B4AB6993}"/>
          </ac:spMkLst>
        </pc:spChg>
      </pc:sldChg>
      <pc:sldChg chg="modSp mod ord">
        <pc:chgData name="Chao Peng" userId="5097277206b168ac" providerId="LiveId" clId="{E0119821-DE04-42F8-ADB4-539367C53165}" dt="2025-11-25T19:11:49.179" v="1227" actId="6549"/>
        <pc:sldMkLst>
          <pc:docMk/>
          <pc:sldMk cId="1568304132" sldId="314"/>
        </pc:sldMkLst>
        <pc:spChg chg="mod">
          <ac:chgData name="Chao Peng" userId="5097277206b168ac" providerId="LiveId" clId="{E0119821-DE04-42F8-ADB4-539367C53165}" dt="2025-11-25T19:11:49.179" v="1227" actId="6549"/>
          <ac:spMkLst>
            <pc:docMk/>
            <pc:sldMk cId="1568304132" sldId="314"/>
            <ac:spMk id="3" creationId="{BDABA778-8697-77F7-5976-5351530FBEF5}"/>
          </ac:spMkLst>
        </pc:spChg>
      </pc:sldChg>
      <pc:sldChg chg="modSp add mod">
        <pc:chgData name="Chao Peng" userId="5097277206b168ac" providerId="LiveId" clId="{E0119821-DE04-42F8-ADB4-539367C53165}" dt="2025-11-25T19:17:45.278" v="1620" actId="20577"/>
        <pc:sldMkLst>
          <pc:docMk/>
          <pc:sldMk cId="2244683011" sldId="319"/>
        </pc:sldMkLst>
        <pc:spChg chg="mod">
          <ac:chgData name="Chao Peng" userId="5097277206b168ac" providerId="LiveId" clId="{E0119821-DE04-42F8-ADB4-539367C53165}" dt="2025-11-25T19:17:45.278" v="1620" actId="20577"/>
          <ac:spMkLst>
            <pc:docMk/>
            <pc:sldMk cId="2244683011" sldId="319"/>
            <ac:spMk id="5" creationId="{28141093-4DB2-E3F0-0972-B497B8AEDED4}"/>
          </ac:spMkLst>
        </pc:spChg>
      </pc:sldChg>
      <pc:sldMasterChg chg="delSldLayout">
        <pc:chgData name="Chao Peng" userId="5097277206b168ac" providerId="LiveId" clId="{E0119821-DE04-42F8-ADB4-539367C53165}" dt="2025-11-20T12:44:44.554" v="48" actId="47"/>
        <pc:sldMasterMkLst>
          <pc:docMk/>
          <pc:sldMasterMk cId="0" sldId="2147483687"/>
        </pc:sldMasterMkLst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g29dfb8c29b6_1_3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30-35 </a:t>
            </a:r>
            <a:r>
              <a:rPr lang="en-US" err="1"/>
              <a:t>mW</a:t>
            </a:r>
            <a:r>
              <a:rPr lang="en-US"/>
              <a:t> is the power to the optical pumping region. Accounting for the loss of transmission, ~60 </a:t>
            </a:r>
            <a:r>
              <a:rPr lang="en-US" err="1"/>
              <a:t>mW</a:t>
            </a:r>
            <a:r>
              <a:rPr lang="en-US"/>
              <a:t> may be needed, which can be easily achieved with solid-state laser.</a:t>
            </a:r>
            <a:endParaRPr/>
          </a:p>
        </p:txBody>
      </p:sp>
      <p:sp>
        <p:nvSpPr>
          <p:cNvPr id="359" name="Google Shape;359;g29dfb8c29b6_1_3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084827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7">
          <a:extLst>
            <a:ext uri="{FF2B5EF4-FFF2-40B4-BE49-F238E27FC236}">
              <a16:creationId xmlns:a16="http://schemas.microsoft.com/office/drawing/2014/main" id="{67A20DB8-3EA1-D84C-59D7-5EB30E12BD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g29dfb8c29b6_1_302:notes">
            <a:extLst>
              <a:ext uri="{FF2B5EF4-FFF2-40B4-BE49-F238E27FC236}">
                <a16:creationId xmlns:a16="http://schemas.microsoft.com/office/drawing/2014/main" id="{A5ABE742-8B0F-AD77-D465-29DCAB6DA82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30-35 </a:t>
            </a:r>
            <a:r>
              <a:rPr lang="en-US" err="1"/>
              <a:t>mW</a:t>
            </a:r>
            <a:r>
              <a:rPr lang="en-US"/>
              <a:t> is the power to the optical pumping region. Accounting for the loss of transmission, ~60 </a:t>
            </a:r>
            <a:r>
              <a:rPr lang="en-US" err="1"/>
              <a:t>mW</a:t>
            </a:r>
            <a:r>
              <a:rPr lang="en-US"/>
              <a:t> may be needed, which can be easily achieved with solid-state laser.</a:t>
            </a:r>
            <a:endParaRPr/>
          </a:p>
        </p:txBody>
      </p:sp>
      <p:sp>
        <p:nvSpPr>
          <p:cNvPr id="359" name="Google Shape;359;g29dfb8c29b6_1_302:notes">
            <a:extLst>
              <a:ext uri="{FF2B5EF4-FFF2-40B4-BE49-F238E27FC236}">
                <a16:creationId xmlns:a16="http://schemas.microsoft.com/office/drawing/2014/main" id="{49035CF6-A72D-E578-D2E8-7E2F1A21B5C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592686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7">
          <a:extLst>
            <a:ext uri="{FF2B5EF4-FFF2-40B4-BE49-F238E27FC236}">
              <a16:creationId xmlns:a16="http://schemas.microsoft.com/office/drawing/2014/main" id="{E7B90A39-9856-2DF9-6556-E8CE224B94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g29dfb8c29b6_1_302:notes">
            <a:extLst>
              <a:ext uri="{FF2B5EF4-FFF2-40B4-BE49-F238E27FC236}">
                <a16:creationId xmlns:a16="http://schemas.microsoft.com/office/drawing/2014/main" id="{56DD7F21-4337-2DC1-2BF6-B54797D67AC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30-35 </a:t>
            </a:r>
            <a:r>
              <a:rPr lang="en-US" err="1"/>
              <a:t>mW</a:t>
            </a:r>
            <a:r>
              <a:rPr lang="en-US"/>
              <a:t> is the power to the optical pumping region. Accounting for the loss of transmission, ~60 </a:t>
            </a:r>
            <a:r>
              <a:rPr lang="en-US" err="1"/>
              <a:t>mW</a:t>
            </a:r>
            <a:r>
              <a:rPr lang="en-US"/>
              <a:t> may be needed, which can be easily achieved with solid-state laser.</a:t>
            </a:r>
            <a:endParaRPr/>
          </a:p>
        </p:txBody>
      </p:sp>
      <p:sp>
        <p:nvSpPr>
          <p:cNvPr id="359" name="Google Shape;359;g29dfb8c29b6_1_302:notes">
            <a:extLst>
              <a:ext uri="{FF2B5EF4-FFF2-40B4-BE49-F238E27FC236}">
                <a16:creationId xmlns:a16="http://schemas.microsoft.com/office/drawing/2014/main" id="{BC501A33-F094-3C43-3CE5-0C478A54BFF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7160417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7">
          <a:extLst>
            <a:ext uri="{FF2B5EF4-FFF2-40B4-BE49-F238E27FC236}">
              <a16:creationId xmlns:a16="http://schemas.microsoft.com/office/drawing/2014/main" id="{3A688994-D158-2C1D-44A1-B0833CC44D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g29dfb8c29b6_1_302:notes">
            <a:extLst>
              <a:ext uri="{FF2B5EF4-FFF2-40B4-BE49-F238E27FC236}">
                <a16:creationId xmlns:a16="http://schemas.microsoft.com/office/drawing/2014/main" id="{7FA3EA4D-D7DE-BB13-04DF-7D5448BC529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30-35 </a:t>
            </a:r>
            <a:r>
              <a:rPr lang="en-US" err="1"/>
              <a:t>mW</a:t>
            </a:r>
            <a:r>
              <a:rPr lang="en-US"/>
              <a:t> is the power to the optical pumping region. Accounting for the loss of transmission, ~60 </a:t>
            </a:r>
            <a:r>
              <a:rPr lang="en-US" err="1"/>
              <a:t>mW</a:t>
            </a:r>
            <a:r>
              <a:rPr lang="en-US"/>
              <a:t> may be needed, which can be easily achieved with solid-state laser.</a:t>
            </a:r>
            <a:endParaRPr/>
          </a:p>
        </p:txBody>
      </p:sp>
      <p:sp>
        <p:nvSpPr>
          <p:cNvPr id="359" name="Google Shape;359;g29dfb8c29b6_1_302:notes">
            <a:extLst>
              <a:ext uri="{FF2B5EF4-FFF2-40B4-BE49-F238E27FC236}">
                <a16:creationId xmlns:a16="http://schemas.microsoft.com/office/drawing/2014/main" id="{A7B1975B-86A5-7DB1-8FFE-3A077F0A6B0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8674407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17B291-26B3-189A-358B-E47E7F0556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7B38304-D263-1A27-4181-36EC8B127B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DF80216-78D5-B4FA-DE8A-B1DAD37B4D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4760047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DDA133-1019-8EAF-E458-AAFEA6EDA2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39CC02A-7514-CF64-BAEC-5829FDE16E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8A9508F-5D7C-EF9F-64B7-799039E5B8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4265912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91514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*Title and Content">
  <p:cSld name="*Title and Conten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6"/>
          <p:cNvSpPr txBox="1">
            <a:spLocks noGrp="1"/>
          </p:cNvSpPr>
          <p:nvPr>
            <p:ph type="title"/>
          </p:nvPr>
        </p:nvSpPr>
        <p:spPr>
          <a:xfrm>
            <a:off x="457201" y="358378"/>
            <a:ext cx="8372901" cy="6217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232425"/>
              </a:buClr>
              <a:buSzPts val="2800"/>
              <a:buFont typeface="Arial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6"/>
          <p:cNvSpPr txBox="1">
            <a:spLocks noGrp="1"/>
          </p:cNvSpPr>
          <p:nvPr>
            <p:ph type="body" idx="1"/>
          </p:nvPr>
        </p:nvSpPr>
        <p:spPr>
          <a:xfrm>
            <a:off x="457201" y="1408346"/>
            <a:ext cx="8372901" cy="3317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45700" anchor="t" anchorCtr="0">
            <a:noAutofit/>
          </a:bodyPr>
          <a:lstStyle>
            <a:lvl1pPr marL="457200" lvl="0" indent="-342900" algn="l">
              <a:spcBef>
                <a:spcPts val="600"/>
              </a:spcBef>
              <a:spcAft>
                <a:spcPts val="0"/>
              </a:spcAft>
              <a:buClr>
                <a:srgbClr val="232425"/>
              </a:buClr>
              <a:buSzPts val="1800"/>
              <a:buChar char="▪"/>
              <a:defRPr/>
            </a:lvl1pPr>
            <a:lvl2pPr marL="914400" lvl="1" indent="-342900" algn="l">
              <a:spcBef>
                <a:spcPts val="0"/>
              </a:spcBef>
              <a:spcAft>
                <a:spcPts val="0"/>
              </a:spcAft>
              <a:buClr>
                <a:srgbClr val="232425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0"/>
              </a:spcBef>
              <a:spcAft>
                <a:spcPts val="0"/>
              </a:spcAft>
              <a:buClr>
                <a:srgbClr val="232425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0"/>
              </a:spcBef>
              <a:spcAft>
                <a:spcPts val="0"/>
              </a:spcAft>
              <a:buClr>
                <a:srgbClr val="232425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0"/>
              </a:spcBef>
              <a:spcAft>
                <a:spcPts val="0"/>
              </a:spcAft>
              <a:buClr>
                <a:srgbClr val="232425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0" name="Google Shape;80;p16"/>
          <p:cNvSpPr txBox="1">
            <a:spLocks noGrp="1"/>
          </p:cNvSpPr>
          <p:nvPr>
            <p:ph type="body" idx="2"/>
          </p:nvPr>
        </p:nvSpPr>
        <p:spPr>
          <a:xfrm>
            <a:off x="457201" y="1009912"/>
            <a:ext cx="8372901" cy="3747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None/>
              <a:defRPr sz="2000" b="1">
                <a:solidFill>
                  <a:schemeClr val="accent2"/>
                </a:solidFill>
              </a:defRPr>
            </a:lvl1pPr>
            <a:lvl2pPr marL="914400" lvl="1" indent="-342900" algn="l">
              <a:spcBef>
                <a:spcPts val="0"/>
              </a:spcBef>
              <a:spcAft>
                <a:spcPts val="0"/>
              </a:spcAft>
              <a:buClr>
                <a:srgbClr val="232425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0"/>
              </a:spcBef>
              <a:spcAft>
                <a:spcPts val="0"/>
              </a:spcAft>
              <a:buClr>
                <a:srgbClr val="232425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0"/>
              </a:spcBef>
              <a:spcAft>
                <a:spcPts val="0"/>
              </a:spcAft>
              <a:buClr>
                <a:srgbClr val="232425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0"/>
              </a:spcBef>
              <a:spcAft>
                <a:spcPts val="0"/>
              </a:spcAft>
              <a:buClr>
                <a:srgbClr val="232425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6"/>
          <p:cNvSpPr txBox="1">
            <a:spLocks noGrp="1"/>
          </p:cNvSpPr>
          <p:nvPr>
            <p:ph type="sldNum" idx="12"/>
          </p:nvPr>
        </p:nvSpPr>
        <p:spPr>
          <a:xfrm>
            <a:off x="4343400" y="4855282"/>
            <a:ext cx="457200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C0E1ADC-FEBC-077A-C5E6-1AE4A1AE2C35}"/>
              </a:ext>
            </a:extLst>
          </p:cNvPr>
          <p:cNvSpPr/>
          <p:nvPr userDrawn="1"/>
        </p:nvSpPr>
        <p:spPr>
          <a:xfrm>
            <a:off x="423259" y="4767658"/>
            <a:ext cx="1505366" cy="31145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F493639-0DD3-575B-5245-674B6C971E1B}"/>
              </a:ext>
            </a:extLst>
          </p:cNvPr>
          <p:cNvSpPr/>
          <p:nvPr userDrawn="1"/>
        </p:nvSpPr>
        <p:spPr>
          <a:xfrm>
            <a:off x="8030424" y="4812928"/>
            <a:ext cx="909873" cy="31145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*Title Only">
  <p:cSld name="*Title Only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8"/>
          <p:cNvSpPr txBox="1">
            <a:spLocks noGrp="1"/>
          </p:cNvSpPr>
          <p:nvPr>
            <p:ph type="title"/>
          </p:nvPr>
        </p:nvSpPr>
        <p:spPr>
          <a:xfrm>
            <a:off x="457201" y="367903"/>
            <a:ext cx="8372901" cy="6217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232425"/>
              </a:buClr>
              <a:buSzPts val="2800"/>
              <a:buFont typeface="Arial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8"/>
          <p:cNvSpPr txBox="1">
            <a:spLocks noGrp="1"/>
          </p:cNvSpPr>
          <p:nvPr>
            <p:ph type="body" idx="1"/>
          </p:nvPr>
        </p:nvSpPr>
        <p:spPr>
          <a:xfrm>
            <a:off x="457201" y="1019437"/>
            <a:ext cx="8372901" cy="3747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65A2"/>
              </a:buClr>
              <a:buSzPts val="2000"/>
              <a:buNone/>
              <a:defRPr sz="2000" b="1">
                <a:solidFill>
                  <a:srgbClr val="0065A2"/>
                </a:solidFill>
              </a:defRPr>
            </a:lvl1pPr>
            <a:lvl2pPr marL="914400" lvl="1" indent="-342900" algn="l">
              <a:spcBef>
                <a:spcPts val="0"/>
              </a:spcBef>
              <a:spcAft>
                <a:spcPts val="0"/>
              </a:spcAft>
              <a:buClr>
                <a:srgbClr val="232425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0"/>
              </a:spcBef>
              <a:spcAft>
                <a:spcPts val="0"/>
              </a:spcAft>
              <a:buClr>
                <a:srgbClr val="232425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0"/>
              </a:spcBef>
              <a:spcAft>
                <a:spcPts val="0"/>
              </a:spcAft>
              <a:buClr>
                <a:srgbClr val="232425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0"/>
              </a:spcBef>
              <a:spcAft>
                <a:spcPts val="0"/>
              </a:spcAft>
              <a:buClr>
                <a:srgbClr val="232425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3" name="Google Shape;93;p18"/>
          <p:cNvSpPr txBox="1"/>
          <p:nvPr/>
        </p:nvSpPr>
        <p:spPr>
          <a:xfrm>
            <a:off x="2148350" y="1084175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18"/>
          <p:cNvSpPr txBox="1">
            <a:spLocks noGrp="1"/>
          </p:cNvSpPr>
          <p:nvPr>
            <p:ph type="sldNum" idx="12"/>
          </p:nvPr>
        </p:nvSpPr>
        <p:spPr>
          <a:xfrm>
            <a:off x="4343400" y="4855282"/>
            <a:ext cx="457200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FD0BBC1-2084-B988-0942-8341CA616F32}"/>
              </a:ext>
            </a:extLst>
          </p:cNvPr>
          <p:cNvSpPr/>
          <p:nvPr userDrawn="1"/>
        </p:nvSpPr>
        <p:spPr>
          <a:xfrm>
            <a:off x="423259" y="4767658"/>
            <a:ext cx="1505366" cy="31145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409F2A8-E92B-3970-0BF1-B41B79CA7CBD}"/>
              </a:ext>
            </a:extLst>
          </p:cNvPr>
          <p:cNvSpPr/>
          <p:nvPr userDrawn="1"/>
        </p:nvSpPr>
        <p:spPr>
          <a:xfrm>
            <a:off x="8030424" y="4812928"/>
            <a:ext cx="909873" cy="31145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*Columns-TWO">
  <p:cSld name="*Columns-TWO"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9"/>
          <p:cNvSpPr txBox="1">
            <a:spLocks noGrp="1"/>
          </p:cNvSpPr>
          <p:nvPr>
            <p:ph type="sldNum" idx="12"/>
          </p:nvPr>
        </p:nvSpPr>
        <p:spPr>
          <a:xfrm>
            <a:off x="4343400" y="4855282"/>
            <a:ext cx="457200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7" name="Google Shape;97;p19"/>
          <p:cNvSpPr txBox="1">
            <a:spLocks noGrp="1"/>
          </p:cNvSpPr>
          <p:nvPr>
            <p:ph type="body" idx="1"/>
          </p:nvPr>
        </p:nvSpPr>
        <p:spPr>
          <a:xfrm>
            <a:off x="457201" y="1030288"/>
            <a:ext cx="8372901" cy="3747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65A2"/>
              </a:buClr>
              <a:buSzPts val="2000"/>
              <a:buNone/>
              <a:defRPr sz="2000" b="1">
                <a:solidFill>
                  <a:srgbClr val="0065A2"/>
                </a:solidFill>
              </a:defRPr>
            </a:lvl1pPr>
            <a:lvl2pPr marL="914400" lvl="1" indent="-342900" algn="l">
              <a:spcBef>
                <a:spcPts val="0"/>
              </a:spcBef>
              <a:spcAft>
                <a:spcPts val="0"/>
              </a:spcAft>
              <a:buClr>
                <a:srgbClr val="232425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0"/>
              </a:spcBef>
              <a:spcAft>
                <a:spcPts val="0"/>
              </a:spcAft>
              <a:buClr>
                <a:srgbClr val="232425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0"/>
              </a:spcBef>
              <a:spcAft>
                <a:spcPts val="0"/>
              </a:spcAft>
              <a:buClr>
                <a:srgbClr val="232425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0"/>
              </a:spcBef>
              <a:spcAft>
                <a:spcPts val="0"/>
              </a:spcAft>
              <a:buClr>
                <a:srgbClr val="232425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8" name="Google Shape;98;p19"/>
          <p:cNvSpPr txBox="1">
            <a:spLocks noGrp="1"/>
          </p:cNvSpPr>
          <p:nvPr>
            <p:ph type="body" idx="2"/>
          </p:nvPr>
        </p:nvSpPr>
        <p:spPr>
          <a:xfrm>
            <a:off x="457200" y="1428723"/>
            <a:ext cx="4023360" cy="33170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45700" anchor="t" anchorCtr="0">
            <a:noAutofit/>
          </a:bodyPr>
          <a:lstStyle>
            <a:lvl1pPr marL="457200" lvl="0" indent="-342900" algn="l">
              <a:spcBef>
                <a:spcPts val="600"/>
              </a:spcBef>
              <a:spcAft>
                <a:spcPts val="0"/>
              </a:spcAft>
              <a:buClr>
                <a:srgbClr val="232425"/>
              </a:buClr>
              <a:buSzPts val="1800"/>
              <a:buChar char="▪"/>
              <a:defRPr sz="1800"/>
            </a:lvl1pPr>
            <a:lvl2pPr marL="914400" lvl="1" indent="-342900" algn="l">
              <a:spcBef>
                <a:spcPts val="0"/>
              </a:spcBef>
              <a:spcAft>
                <a:spcPts val="0"/>
              </a:spcAft>
              <a:buClr>
                <a:srgbClr val="232425"/>
              </a:buClr>
              <a:buSzPts val="1800"/>
              <a:buChar char="–"/>
              <a:defRPr sz="1800"/>
            </a:lvl2pPr>
            <a:lvl3pPr marL="1371600" lvl="2" indent="-342900" algn="l">
              <a:spcBef>
                <a:spcPts val="0"/>
              </a:spcBef>
              <a:spcAft>
                <a:spcPts val="0"/>
              </a:spcAft>
              <a:buClr>
                <a:srgbClr val="232425"/>
              </a:buClr>
              <a:buSzPts val="1800"/>
              <a:buChar char="•"/>
              <a:defRPr sz="1800"/>
            </a:lvl3pPr>
            <a:lvl4pPr marL="1828800" lvl="3" indent="-342900" algn="l">
              <a:spcBef>
                <a:spcPts val="0"/>
              </a:spcBef>
              <a:spcAft>
                <a:spcPts val="0"/>
              </a:spcAft>
              <a:buClr>
                <a:srgbClr val="232425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0"/>
              </a:spcBef>
              <a:spcAft>
                <a:spcPts val="0"/>
              </a:spcAft>
              <a:buClr>
                <a:srgbClr val="232425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9" name="Google Shape;99;p19"/>
          <p:cNvSpPr txBox="1">
            <a:spLocks noGrp="1"/>
          </p:cNvSpPr>
          <p:nvPr>
            <p:ph type="body" idx="3"/>
          </p:nvPr>
        </p:nvSpPr>
        <p:spPr>
          <a:xfrm>
            <a:off x="4700588" y="1418007"/>
            <a:ext cx="4023360" cy="33170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45700" anchor="t" anchorCtr="0">
            <a:noAutofit/>
          </a:bodyPr>
          <a:lstStyle>
            <a:lvl1pPr marL="457200" lvl="0" indent="-342900" algn="l">
              <a:spcBef>
                <a:spcPts val="600"/>
              </a:spcBef>
              <a:spcAft>
                <a:spcPts val="0"/>
              </a:spcAft>
              <a:buClr>
                <a:srgbClr val="232425"/>
              </a:buClr>
              <a:buSzPts val="1800"/>
              <a:buChar char="▪"/>
              <a:defRPr sz="1800"/>
            </a:lvl1pPr>
            <a:lvl2pPr marL="914400" lvl="1" indent="-342900" algn="l">
              <a:spcBef>
                <a:spcPts val="0"/>
              </a:spcBef>
              <a:spcAft>
                <a:spcPts val="0"/>
              </a:spcAft>
              <a:buClr>
                <a:srgbClr val="232425"/>
              </a:buClr>
              <a:buSzPts val="1800"/>
              <a:buChar char="–"/>
              <a:defRPr sz="1800"/>
            </a:lvl2pPr>
            <a:lvl3pPr marL="1371600" lvl="2" indent="-342900" algn="l">
              <a:spcBef>
                <a:spcPts val="0"/>
              </a:spcBef>
              <a:spcAft>
                <a:spcPts val="0"/>
              </a:spcAft>
              <a:buClr>
                <a:srgbClr val="232425"/>
              </a:buClr>
              <a:buSzPts val="1800"/>
              <a:buChar char="•"/>
              <a:defRPr sz="1800"/>
            </a:lvl3pPr>
            <a:lvl4pPr marL="1828800" lvl="3" indent="-342900" algn="l">
              <a:spcBef>
                <a:spcPts val="0"/>
              </a:spcBef>
              <a:spcAft>
                <a:spcPts val="0"/>
              </a:spcAft>
              <a:buClr>
                <a:srgbClr val="232425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0"/>
              </a:spcBef>
              <a:spcAft>
                <a:spcPts val="0"/>
              </a:spcAft>
              <a:buClr>
                <a:srgbClr val="232425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0" name="Google Shape;100;p19"/>
          <p:cNvSpPr txBox="1">
            <a:spLocks noGrp="1"/>
          </p:cNvSpPr>
          <p:nvPr>
            <p:ph type="title"/>
          </p:nvPr>
        </p:nvSpPr>
        <p:spPr>
          <a:xfrm>
            <a:off x="457201" y="358378"/>
            <a:ext cx="8372901" cy="6217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232425"/>
              </a:buClr>
              <a:buSzPts val="2800"/>
              <a:buFont typeface="Arial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A30A5D3-FBB0-A5E8-638A-0BE8885CE1B4}"/>
              </a:ext>
            </a:extLst>
          </p:cNvPr>
          <p:cNvSpPr/>
          <p:nvPr userDrawn="1"/>
        </p:nvSpPr>
        <p:spPr>
          <a:xfrm>
            <a:off x="423259" y="4767658"/>
            <a:ext cx="1505366" cy="31145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A6D3E92-C854-79B6-1CD0-28FF49469806}"/>
              </a:ext>
            </a:extLst>
          </p:cNvPr>
          <p:cNvSpPr/>
          <p:nvPr userDrawn="1"/>
        </p:nvSpPr>
        <p:spPr>
          <a:xfrm>
            <a:off x="8030424" y="4812928"/>
            <a:ext cx="909873" cy="31145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*TWO IMAGES - Vertical">
  <p:cSld name="*TWO IMAGES - Vertical"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>
            <a:spLocks noGrp="1"/>
          </p:cNvSpPr>
          <p:nvPr>
            <p:ph type="sldNum" idx="12"/>
          </p:nvPr>
        </p:nvSpPr>
        <p:spPr>
          <a:xfrm>
            <a:off x="4343400" y="4855282"/>
            <a:ext cx="457200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3" name="Google Shape;103;p20"/>
          <p:cNvSpPr txBox="1">
            <a:spLocks noGrp="1"/>
          </p:cNvSpPr>
          <p:nvPr>
            <p:ph type="body" idx="1"/>
          </p:nvPr>
        </p:nvSpPr>
        <p:spPr>
          <a:xfrm>
            <a:off x="4503575" y="1417872"/>
            <a:ext cx="4319750" cy="154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45700" anchor="t" anchorCtr="0">
            <a:noAutofit/>
          </a:bodyPr>
          <a:lstStyle>
            <a:lvl1pPr marL="457200" lvl="0" indent="-342900" algn="l">
              <a:spcBef>
                <a:spcPts val="600"/>
              </a:spcBef>
              <a:spcAft>
                <a:spcPts val="0"/>
              </a:spcAft>
              <a:buClr>
                <a:srgbClr val="232425"/>
              </a:buClr>
              <a:buSzPts val="1800"/>
              <a:buChar char="▪"/>
              <a:defRPr sz="1800"/>
            </a:lvl1pPr>
            <a:lvl2pPr marL="914400" lvl="1" indent="-342900" algn="l">
              <a:spcBef>
                <a:spcPts val="0"/>
              </a:spcBef>
              <a:spcAft>
                <a:spcPts val="0"/>
              </a:spcAft>
              <a:buClr>
                <a:srgbClr val="232425"/>
              </a:buClr>
              <a:buSzPts val="1800"/>
              <a:buChar char="–"/>
              <a:defRPr sz="1800"/>
            </a:lvl2pPr>
            <a:lvl3pPr marL="1371600" lvl="2" indent="-342900" algn="l">
              <a:spcBef>
                <a:spcPts val="0"/>
              </a:spcBef>
              <a:spcAft>
                <a:spcPts val="0"/>
              </a:spcAft>
              <a:buClr>
                <a:srgbClr val="232425"/>
              </a:buClr>
              <a:buSzPts val="1800"/>
              <a:buChar char="•"/>
              <a:defRPr sz="1800"/>
            </a:lvl3pPr>
            <a:lvl4pPr marL="1828800" lvl="3" indent="-342900" algn="l">
              <a:spcBef>
                <a:spcPts val="0"/>
              </a:spcBef>
              <a:spcAft>
                <a:spcPts val="0"/>
              </a:spcAft>
              <a:buClr>
                <a:srgbClr val="232425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0"/>
              </a:spcBef>
              <a:spcAft>
                <a:spcPts val="0"/>
              </a:spcAft>
              <a:buClr>
                <a:srgbClr val="232425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4" name="Google Shape;104;p20"/>
          <p:cNvSpPr>
            <a:spLocks noGrp="1"/>
          </p:cNvSpPr>
          <p:nvPr>
            <p:ph type="pic" idx="2"/>
          </p:nvPr>
        </p:nvSpPr>
        <p:spPr>
          <a:xfrm>
            <a:off x="495680" y="1417871"/>
            <a:ext cx="3729481" cy="1565882"/>
          </a:xfrm>
          <a:prstGeom prst="rect">
            <a:avLst/>
          </a:prstGeom>
          <a:solidFill>
            <a:srgbClr val="BFBFBF"/>
          </a:solidFill>
          <a:ln>
            <a:noFill/>
          </a:ln>
        </p:spPr>
      </p:sp>
      <p:sp>
        <p:nvSpPr>
          <p:cNvPr id="105" name="Google Shape;105;p20"/>
          <p:cNvSpPr>
            <a:spLocks noGrp="1"/>
          </p:cNvSpPr>
          <p:nvPr>
            <p:ph type="pic" idx="3"/>
          </p:nvPr>
        </p:nvSpPr>
        <p:spPr>
          <a:xfrm>
            <a:off x="495680" y="3203316"/>
            <a:ext cx="3729481" cy="1565882"/>
          </a:xfrm>
          <a:prstGeom prst="rect">
            <a:avLst/>
          </a:prstGeom>
          <a:solidFill>
            <a:srgbClr val="BFBFBF"/>
          </a:solidFill>
          <a:ln>
            <a:noFill/>
          </a:ln>
        </p:spPr>
      </p:sp>
      <p:sp>
        <p:nvSpPr>
          <p:cNvPr id="106" name="Google Shape;106;p20"/>
          <p:cNvSpPr txBox="1">
            <a:spLocks noGrp="1"/>
          </p:cNvSpPr>
          <p:nvPr>
            <p:ph type="title"/>
          </p:nvPr>
        </p:nvSpPr>
        <p:spPr>
          <a:xfrm>
            <a:off x="457201" y="358378"/>
            <a:ext cx="8372901" cy="6217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232425"/>
              </a:buClr>
              <a:buSzPts val="2800"/>
              <a:buFont typeface="Arial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p20"/>
          <p:cNvSpPr txBox="1">
            <a:spLocks noGrp="1"/>
          </p:cNvSpPr>
          <p:nvPr>
            <p:ph type="body" idx="4"/>
          </p:nvPr>
        </p:nvSpPr>
        <p:spPr>
          <a:xfrm>
            <a:off x="457201" y="1019437"/>
            <a:ext cx="8372901" cy="3747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65A2"/>
              </a:buClr>
              <a:buSzPts val="2000"/>
              <a:buNone/>
              <a:defRPr sz="2000" b="1">
                <a:solidFill>
                  <a:srgbClr val="0065A2"/>
                </a:solidFill>
              </a:defRPr>
            </a:lvl1pPr>
            <a:lvl2pPr marL="914400" lvl="1" indent="-342900" algn="l">
              <a:spcBef>
                <a:spcPts val="0"/>
              </a:spcBef>
              <a:spcAft>
                <a:spcPts val="0"/>
              </a:spcAft>
              <a:buClr>
                <a:srgbClr val="232425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0"/>
              </a:spcBef>
              <a:spcAft>
                <a:spcPts val="0"/>
              </a:spcAft>
              <a:buClr>
                <a:srgbClr val="232425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0"/>
              </a:spcBef>
              <a:spcAft>
                <a:spcPts val="0"/>
              </a:spcAft>
              <a:buClr>
                <a:srgbClr val="232425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0"/>
              </a:spcBef>
              <a:spcAft>
                <a:spcPts val="0"/>
              </a:spcAft>
              <a:buClr>
                <a:srgbClr val="232425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8" name="Google Shape;108;p20"/>
          <p:cNvSpPr txBox="1">
            <a:spLocks noGrp="1"/>
          </p:cNvSpPr>
          <p:nvPr>
            <p:ph type="body" idx="5"/>
          </p:nvPr>
        </p:nvSpPr>
        <p:spPr>
          <a:xfrm>
            <a:off x="4503575" y="3193094"/>
            <a:ext cx="4319750" cy="154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45700" anchor="t" anchorCtr="0">
            <a:noAutofit/>
          </a:bodyPr>
          <a:lstStyle>
            <a:lvl1pPr marL="457200" lvl="0" indent="-342900" algn="l">
              <a:spcBef>
                <a:spcPts val="600"/>
              </a:spcBef>
              <a:spcAft>
                <a:spcPts val="0"/>
              </a:spcAft>
              <a:buClr>
                <a:srgbClr val="232425"/>
              </a:buClr>
              <a:buSzPts val="1800"/>
              <a:buChar char="▪"/>
              <a:defRPr sz="1800"/>
            </a:lvl1pPr>
            <a:lvl2pPr marL="914400" lvl="1" indent="-342900" algn="l">
              <a:spcBef>
                <a:spcPts val="0"/>
              </a:spcBef>
              <a:spcAft>
                <a:spcPts val="0"/>
              </a:spcAft>
              <a:buClr>
                <a:srgbClr val="232425"/>
              </a:buClr>
              <a:buSzPts val="1800"/>
              <a:buChar char="–"/>
              <a:defRPr sz="1800"/>
            </a:lvl2pPr>
            <a:lvl3pPr marL="1371600" lvl="2" indent="-342900" algn="l">
              <a:spcBef>
                <a:spcPts val="0"/>
              </a:spcBef>
              <a:spcAft>
                <a:spcPts val="0"/>
              </a:spcAft>
              <a:buClr>
                <a:srgbClr val="232425"/>
              </a:buClr>
              <a:buSzPts val="1800"/>
              <a:buChar char="•"/>
              <a:defRPr sz="1800"/>
            </a:lvl3pPr>
            <a:lvl4pPr marL="1828800" lvl="3" indent="-342900" algn="l">
              <a:spcBef>
                <a:spcPts val="0"/>
              </a:spcBef>
              <a:spcAft>
                <a:spcPts val="0"/>
              </a:spcAft>
              <a:buClr>
                <a:srgbClr val="232425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0"/>
              </a:spcBef>
              <a:spcAft>
                <a:spcPts val="0"/>
              </a:spcAft>
              <a:buClr>
                <a:srgbClr val="232425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9" name="Google Shape;109;p20"/>
          <p:cNvSpPr txBox="1"/>
          <p:nvPr/>
        </p:nvSpPr>
        <p:spPr>
          <a:xfrm>
            <a:off x="-1876478" y="0"/>
            <a:ext cx="1548931" cy="3385542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Instructions on replacing a current image:</a:t>
            </a:r>
            <a:endParaRPr/>
          </a:p>
          <a:p>
            <a:pPr marL="228600" marR="0" lvl="0" indent="-2286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AutoNum type="arabicPeriod"/>
            </a:pPr>
            <a:r>
              <a:rPr lang="en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Select and delete image and click the icon to insert a different image</a:t>
            </a:r>
            <a:endParaRPr/>
          </a:p>
          <a:p>
            <a:pPr marL="228600" marR="0" lvl="0" indent="-2286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AutoNum type="arabicPeriod"/>
            </a:pPr>
            <a:r>
              <a:rPr lang="en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Use the crop tool to position the image within the shape. 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369D157-DB52-2A05-E183-AA1B65FFC406}"/>
              </a:ext>
            </a:extLst>
          </p:cNvPr>
          <p:cNvSpPr/>
          <p:nvPr userDrawn="1"/>
        </p:nvSpPr>
        <p:spPr>
          <a:xfrm>
            <a:off x="423259" y="4767658"/>
            <a:ext cx="1505366" cy="31145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FEB91C2-E59A-9F1D-6EBE-F3EDDEDA578E}"/>
              </a:ext>
            </a:extLst>
          </p:cNvPr>
          <p:cNvSpPr/>
          <p:nvPr userDrawn="1"/>
        </p:nvSpPr>
        <p:spPr>
          <a:xfrm>
            <a:off x="8030424" y="4812928"/>
            <a:ext cx="909873" cy="31145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*THREE IMAGES - vertical">
  <p:cSld name="*THREE IMAGES - vertical"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1"/>
          <p:cNvSpPr txBox="1">
            <a:spLocks noGrp="1"/>
          </p:cNvSpPr>
          <p:nvPr>
            <p:ph type="sldNum" idx="12"/>
          </p:nvPr>
        </p:nvSpPr>
        <p:spPr>
          <a:xfrm>
            <a:off x="4343400" y="4855282"/>
            <a:ext cx="457200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2" name="Google Shape;112;p21"/>
          <p:cNvSpPr txBox="1">
            <a:spLocks noGrp="1"/>
          </p:cNvSpPr>
          <p:nvPr>
            <p:ph type="body" idx="1"/>
          </p:nvPr>
        </p:nvSpPr>
        <p:spPr>
          <a:xfrm>
            <a:off x="3045309" y="1451045"/>
            <a:ext cx="5814912" cy="9775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45700" anchor="t" anchorCtr="0">
            <a:noAutofit/>
          </a:bodyPr>
          <a:lstStyle>
            <a:lvl1pPr marL="457200" lvl="0" indent="-342900" algn="l">
              <a:spcBef>
                <a:spcPts val="600"/>
              </a:spcBef>
              <a:spcAft>
                <a:spcPts val="0"/>
              </a:spcAft>
              <a:buClr>
                <a:srgbClr val="232425"/>
              </a:buClr>
              <a:buSzPts val="1800"/>
              <a:buChar char="▪"/>
              <a:defRPr sz="1800"/>
            </a:lvl1pPr>
            <a:lvl2pPr marL="914400" lvl="1" indent="-342900" algn="l">
              <a:spcBef>
                <a:spcPts val="0"/>
              </a:spcBef>
              <a:spcAft>
                <a:spcPts val="0"/>
              </a:spcAft>
              <a:buClr>
                <a:srgbClr val="232425"/>
              </a:buClr>
              <a:buSzPts val="1800"/>
              <a:buChar char="–"/>
              <a:defRPr sz="1800"/>
            </a:lvl2pPr>
            <a:lvl3pPr marL="1371600" lvl="2" indent="-342900" algn="l">
              <a:spcBef>
                <a:spcPts val="0"/>
              </a:spcBef>
              <a:spcAft>
                <a:spcPts val="0"/>
              </a:spcAft>
              <a:buClr>
                <a:srgbClr val="232425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0"/>
              </a:spcBef>
              <a:spcAft>
                <a:spcPts val="0"/>
              </a:spcAft>
              <a:buClr>
                <a:srgbClr val="232425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0"/>
              </a:spcBef>
              <a:spcAft>
                <a:spcPts val="0"/>
              </a:spcAft>
              <a:buClr>
                <a:srgbClr val="232425"/>
              </a:buClr>
              <a:buSzPts val="1600"/>
              <a:buChar char="»"/>
              <a:defRPr sz="16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3" name="Google Shape;113;p21"/>
          <p:cNvSpPr>
            <a:spLocks noGrp="1"/>
          </p:cNvSpPr>
          <p:nvPr>
            <p:ph type="pic" idx="2"/>
          </p:nvPr>
        </p:nvSpPr>
        <p:spPr>
          <a:xfrm>
            <a:off x="489394" y="1442711"/>
            <a:ext cx="2023746" cy="890108"/>
          </a:xfrm>
          <a:prstGeom prst="rect">
            <a:avLst/>
          </a:prstGeom>
          <a:solidFill>
            <a:srgbClr val="BFBFBF"/>
          </a:solidFill>
          <a:ln>
            <a:noFill/>
          </a:ln>
        </p:spPr>
      </p:sp>
      <p:sp>
        <p:nvSpPr>
          <p:cNvPr id="114" name="Google Shape;114;p21"/>
          <p:cNvSpPr>
            <a:spLocks noGrp="1"/>
          </p:cNvSpPr>
          <p:nvPr>
            <p:ph type="pic" idx="3"/>
          </p:nvPr>
        </p:nvSpPr>
        <p:spPr>
          <a:xfrm>
            <a:off x="487015" y="2620206"/>
            <a:ext cx="2028507" cy="890108"/>
          </a:xfrm>
          <a:prstGeom prst="rect">
            <a:avLst/>
          </a:prstGeom>
          <a:solidFill>
            <a:srgbClr val="BFBFBF"/>
          </a:solidFill>
          <a:ln>
            <a:noFill/>
          </a:ln>
        </p:spPr>
      </p:sp>
      <p:sp>
        <p:nvSpPr>
          <p:cNvPr id="115" name="Google Shape;115;p21"/>
          <p:cNvSpPr txBox="1">
            <a:spLocks noGrp="1"/>
          </p:cNvSpPr>
          <p:nvPr>
            <p:ph type="title"/>
          </p:nvPr>
        </p:nvSpPr>
        <p:spPr>
          <a:xfrm>
            <a:off x="457201" y="358378"/>
            <a:ext cx="8372901" cy="6217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232425"/>
              </a:buClr>
              <a:buSzPts val="2800"/>
              <a:buFont typeface="Arial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6" name="Google Shape;116;p21"/>
          <p:cNvSpPr txBox="1">
            <a:spLocks noGrp="1"/>
          </p:cNvSpPr>
          <p:nvPr>
            <p:ph type="body" idx="4"/>
          </p:nvPr>
        </p:nvSpPr>
        <p:spPr>
          <a:xfrm>
            <a:off x="457201" y="1028962"/>
            <a:ext cx="8372901" cy="3747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65A2"/>
              </a:buClr>
              <a:buSzPts val="2000"/>
              <a:buNone/>
              <a:defRPr sz="2000" b="1">
                <a:solidFill>
                  <a:srgbClr val="0065A2"/>
                </a:solidFill>
              </a:defRPr>
            </a:lvl1pPr>
            <a:lvl2pPr marL="914400" lvl="1" indent="-342900" algn="l">
              <a:spcBef>
                <a:spcPts val="0"/>
              </a:spcBef>
              <a:spcAft>
                <a:spcPts val="0"/>
              </a:spcAft>
              <a:buClr>
                <a:srgbClr val="232425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0"/>
              </a:spcBef>
              <a:spcAft>
                <a:spcPts val="0"/>
              </a:spcAft>
              <a:buClr>
                <a:srgbClr val="232425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0"/>
              </a:spcBef>
              <a:spcAft>
                <a:spcPts val="0"/>
              </a:spcAft>
              <a:buClr>
                <a:srgbClr val="232425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0"/>
              </a:spcBef>
              <a:spcAft>
                <a:spcPts val="0"/>
              </a:spcAft>
              <a:buClr>
                <a:srgbClr val="232425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7" name="Google Shape;117;p21"/>
          <p:cNvSpPr txBox="1">
            <a:spLocks noGrp="1"/>
          </p:cNvSpPr>
          <p:nvPr>
            <p:ph type="body" idx="5"/>
          </p:nvPr>
        </p:nvSpPr>
        <p:spPr>
          <a:xfrm>
            <a:off x="3045309" y="2630976"/>
            <a:ext cx="5814912" cy="9775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45700" anchor="t" anchorCtr="0">
            <a:noAutofit/>
          </a:bodyPr>
          <a:lstStyle>
            <a:lvl1pPr marL="457200" lvl="0" indent="-342900" algn="l">
              <a:spcBef>
                <a:spcPts val="600"/>
              </a:spcBef>
              <a:spcAft>
                <a:spcPts val="0"/>
              </a:spcAft>
              <a:buClr>
                <a:srgbClr val="232425"/>
              </a:buClr>
              <a:buSzPts val="1800"/>
              <a:buChar char="▪"/>
              <a:defRPr sz="1800"/>
            </a:lvl1pPr>
            <a:lvl2pPr marL="914400" lvl="1" indent="-342900" algn="l">
              <a:spcBef>
                <a:spcPts val="0"/>
              </a:spcBef>
              <a:spcAft>
                <a:spcPts val="0"/>
              </a:spcAft>
              <a:buClr>
                <a:srgbClr val="232425"/>
              </a:buClr>
              <a:buSzPts val="1800"/>
              <a:buChar char="–"/>
              <a:defRPr sz="1800"/>
            </a:lvl2pPr>
            <a:lvl3pPr marL="1371600" lvl="2" indent="-342900" algn="l">
              <a:spcBef>
                <a:spcPts val="0"/>
              </a:spcBef>
              <a:spcAft>
                <a:spcPts val="0"/>
              </a:spcAft>
              <a:buClr>
                <a:srgbClr val="232425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0"/>
              </a:spcBef>
              <a:spcAft>
                <a:spcPts val="0"/>
              </a:spcAft>
              <a:buClr>
                <a:srgbClr val="232425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0"/>
              </a:spcBef>
              <a:spcAft>
                <a:spcPts val="0"/>
              </a:spcAft>
              <a:buClr>
                <a:srgbClr val="232425"/>
              </a:buClr>
              <a:buSzPts val="1600"/>
              <a:buChar char="»"/>
              <a:defRPr sz="16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8" name="Google Shape;118;p21"/>
          <p:cNvSpPr>
            <a:spLocks noGrp="1"/>
          </p:cNvSpPr>
          <p:nvPr>
            <p:ph type="pic" idx="6"/>
          </p:nvPr>
        </p:nvSpPr>
        <p:spPr>
          <a:xfrm>
            <a:off x="487014" y="3807136"/>
            <a:ext cx="2028507" cy="890108"/>
          </a:xfrm>
          <a:prstGeom prst="rect">
            <a:avLst/>
          </a:prstGeom>
          <a:solidFill>
            <a:srgbClr val="BFBFBF"/>
          </a:solidFill>
          <a:ln>
            <a:noFill/>
          </a:ln>
        </p:spPr>
      </p:sp>
      <p:sp>
        <p:nvSpPr>
          <p:cNvPr id="119" name="Google Shape;119;p21"/>
          <p:cNvSpPr txBox="1">
            <a:spLocks noGrp="1"/>
          </p:cNvSpPr>
          <p:nvPr>
            <p:ph type="body" idx="7"/>
          </p:nvPr>
        </p:nvSpPr>
        <p:spPr>
          <a:xfrm>
            <a:off x="3045309" y="3794491"/>
            <a:ext cx="5814912" cy="9775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45700" anchor="t" anchorCtr="0">
            <a:noAutofit/>
          </a:bodyPr>
          <a:lstStyle>
            <a:lvl1pPr marL="457200" lvl="0" indent="-342900" algn="l">
              <a:spcBef>
                <a:spcPts val="600"/>
              </a:spcBef>
              <a:spcAft>
                <a:spcPts val="0"/>
              </a:spcAft>
              <a:buClr>
                <a:srgbClr val="232425"/>
              </a:buClr>
              <a:buSzPts val="1800"/>
              <a:buChar char="▪"/>
              <a:defRPr sz="1800"/>
            </a:lvl1pPr>
            <a:lvl2pPr marL="914400" lvl="1" indent="-342900" algn="l">
              <a:spcBef>
                <a:spcPts val="0"/>
              </a:spcBef>
              <a:spcAft>
                <a:spcPts val="0"/>
              </a:spcAft>
              <a:buClr>
                <a:srgbClr val="232425"/>
              </a:buClr>
              <a:buSzPts val="1800"/>
              <a:buChar char="–"/>
              <a:defRPr sz="1800"/>
            </a:lvl2pPr>
            <a:lvl3pPr marL="1371600" lvl="2" indent="-342900" algn="l">
              <a:spcBef>
                <a:spcPts val="0"/>
              </a:spcBef>
              <a:spcAft>
                <a:spcPts val="0"/>
              </a:spcAft>
              <a:buClr>
                <a:srgbClr val="232425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0"/>
              </a:spcBef>
              <a:spcAft>
                <a:spcPts val="0"/>
              </a:spcAft>
              <a:buClr>
                <a:srgbClr val="232425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0"/>
              </a:spcBef>
              <a:spcAft>
                <a:spcPts val="0"/>
              </a:spcAft>
              <a:buClr>
                <a:srgbClr val="232425"/>
              </a:buClr>
              <a:buSzPts val="1600"/>
              <a:buChar char="»"/>
              <a:defRPr sz="16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0" name="Google Shape;120;p21"/>
          <p:cNvSpPr txBox="1"/>
          <p:nvPr/>
        </p:nvSpPr>
        <p:spPr>
          <a:xfrm>
            <a:off x="-1876478" y="0"/>
            <a:ext cx="1548931" cy="3385542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Instructions on replacing a current image:</a:t>
            </a:r>
            <a:endParaRPr/>
          </a:p>
          <a:p>
            <a:pPr marL="228600" marR="0" lvl="0" indent="-2286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AutoNum type="arabicPeriod"/>
            </a:pPr>
            <a:r>
              <a:rPr lang="en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Select and delete image and click the icon to insert a different image</a:t>
            </a:r>
            <a:endParaRPr/>
          </a:p>
          <a:p>
            <a:pPr marL="228600" marR="0" lvl="0" indent="-2286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AutoNum type="arabicPeriod"/>
            </a:pPr>
            <a:r>
              <a:rPr lang="en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Use the crop tool to position the image within the shape. 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0480B04-A798-4999-F915-ABFA98698C37}"/>
              </a:ext>
            </a:extLst>
          </p:cNvPr>
          <p:cNvSpPr/>
          <p:nvPr userDrawn="1"/>
        </p:nvSpPr>
        <p:spPr>
          <a:xfrm>
            <a:off x="423259" y="4767658"/>
            <a:ext cx="1505366" cy="31145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349AE1D-ACEE-6F7A-B9E1-C0F2159E8C24}"/>
              </a:ext>
            </a:extLst>
          </p:cNvPr>
          <p:cNvSpPr/>
          <p:nvPr userDrawn="1"/>
        </p:nvSpPr>
        <p:spPr>
          <a:xfrm>
            <a:off x="8030424" y="4812928"/>
            <a:ext cx="909873" cy="31145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*TWO IMAGES - top horizontal">
  <p:cSld name="*TWO IMAGES - top horizontal"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2"/>
          <p:cNvSpPr txBox="1">
            <a:spLocks noGrp="1"/>
          </p:cNvSpPr>
          <p:nvPr>
            <p:ph type="sldNum" idx="12"/>
          </p:nvPr>
        </p:nvSpPr>
        <p:spPr>
          <a:xfrm>
            <a:off x="4343400" y="4855282"/>
            <a:ext cx="457200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3" name="Google Shape;123;p22"/>
          <p:cNvSpPr txBox="1">
            <a:spLocks noGrp="1"/>
          </p:cNvSpPr>
          <p:nvPr>
            <p:ph type="body" idx="1"/>
          </p:nvPr>
        </p:nvSpPr>
        <p:spPr>
          <a:xfrm>
            <a:off x="457201" y="1019437"/>
            <a:ext cx="8372901" cy="3747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65A2"/>
              </a:buClr>
              <a:buSzPts val="2000"/>
              <a:buNone/>
              <a:defRPr sz="2000" b="1">
                <a:solidFill>
                  <a:srgbClr val="0065A2"/>
                </a:solidFill>
              </a:defRPr>
            </a:lvl1pPr>
            <a:lvl2pPr marL="914400" lvl="1" indent="-342900" algn="l">
              <a:spcBef>
                <a:spcPts val="0"/>
              </a:spcBef>
              <a:spcAft>
                <a:spcPts val="0"/>
              </a:spcAft>
              <a:buClr>
                <a:srgbClr val="232425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0"/>
              </a:spcBef>
              <a:spcAft>
                <a:spcPts val="0"/>
              </a:spcAft>
              <a:buClr>
                <a:srgbClr val="232425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0"/>
              </a:spcBef>
              <a:spcAft>
                <a:spcPts val="0"/>
              </a:spcAft>
              <a:buClr>
                <a:srgbClr val="232425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0"/>
              </a:spcBef>
              <a:spcAft>
                <a:spcPts val="0"/>
              </a:spcAft>
              <a:buClr>
                <a:srgbClr val="232425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4" name="Google Shape;124;p22"/>
          <p:cNvSpPr txBox="1">
            <a:spLocks noGrp="1"/>
          </p:cNvSpPr>
          <p:nvPr>
            <p:ph type="body" idx="2"/>
          </p:nvPr>
        </p:nvSpPr>
        <p:spPr>
          <a:xfrm>
            <a:off x="488732" y="3141637"/>
            <a:ext cx="4114800" cy="15968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45700" anchor="t" anchorCtr="0">
            <a:noAutofit/>
          </a:bodyPr>
          <a:lstStyle>
            <a:lvl1pPr marL="457200" lvl="0" indent="-342900" algn="l">
              <a:spcBef>
                <a:spcPts val="600"/>
              </a:spcBef>
              <a:spcAft>
                <a:spcPts val="0"/>
              </a:spcAft>
              <a:buClr>
                <a:srgbClr val="232425"/>
              </a:buClr>
              <a:buSzPts val="1800"/>
              <a:buChar char="▪"/>
              <a:defRPr sz="1800"/>
            </a:lvl1pPr>
            <a:lvl2pPr marL="914400" lvl="1" indent="-342900" algn="l">
              <a:spcBef>
                <a:spcPts val="0"/>
              </a:spcBef>
              <a:spcAft>
                <a:spcPts val="0"/>
              </a:spcAft>
              <a:buClr>
                <a:srgbClr val="232425"/>
              </a:buClr>
              <a:buSzPts val="1800"/>
              <a:buChar char="–"/>
              <a:defRPr sz="1800"/>
            </a:lvl2pPr>
            <a:lvl3pPr marL="1371600" lvl="2" indent="-342900" algn="l">
              <a:spcBef>
                <a:spcPts val="0"/>
              </a:spcBef>
              <a:spcAft>
                <a:spcPts val="0"/>
              </a:spcAft>
              <a:buClr>
                <a:srgbClr val="232425"/>
              </a:buClr>
              <a:buSzPts val="1800"/>
              <a:buChar char="•"/>
              <a:defRPr sz="1800"/>
            </a:lvl3pPr>
            <a:lvl4pPr marL="1828800" lvl="3" indent="-342900" algn="l">
              <a:spcBef>
                <a:spcPts val="0"/>
              </a:spcBef>
              <a:spcAft>
                <a:spcPts val="0"/>
              </a:spcAft>
              <a:buClr>
                <a:srgbClr val="232425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0"/>
              </a:spcBef>
              <a:spcAft>
                <a:spcPts val="0"/>
              </a:spcAft>
              <a:buClr>
                <a:srgbClr val="232425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5" name="Google Shape;125;p22"/>
          <p:cNvSpPr txBox="1">
            <a:spLocks noGrp="1"/>
          </p:cNvSpPr>
          <p:nvPr>
            <p:ph type="body" idx="3"/>
          </p:nvPr>
        </p:nvSpPr>
        <p:spPr>
          <a:xfrm>
            <a:off x="4716216" y="3141637"/>
            <a:ext cx="4097585" cy="15968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45700" anchor="t" anchorCtr="0">
            <a:noAutofit/>
          </a:bodyPr>
          <a:lstStyle>
            <a:lvl1pPr marL="457200" lvl="0" indent="-342900" algn="l">
              <a:spcBef>
                <a:spcPts val="600"/>
              </a:spcBef>
              <a:spcAft>
                <a:spcPts val="0"/>
              </a:spcAft>
              <a:buClr>
                <a:srgbClr val="232425"/>
              </a:buClr>
              <a:buSzPts val="1800"/>
              <a:buChar char="▪"/>
              <a:defRPr sz="1800"/>
            </a:lvl1pPr>
            <a:lvl2pPr marL="914400" lvl="1" indent="-342900" algn="l">
              <a:spcBef>
                <a:spcPts val="0"/>
              </a:spcBef>
              <a:spcAft>
                <a:spcPts val="0"/>
              </a:spcAft>
              <a:buClr>
                <a:srgbClr val="232425"/>
              </a:buClr>
              <a:buSzPts val="1800"/>
              <a:buChar char="–"/>
              <a:defRPr sz="1800"/>
            </a:lvl2pPr>
            <a:lvl3pPr marL="1371600" lvl="2" indent="-342900" algn="l">
              <a:spcBef>
                <a:spcPts val="0"/>
              </a:spcBef>
              <a:spcAft>
                <a:spcPts val="0"/>
              </a:spcAft>
              <a:buClr>
                <a:srgbClr val="232425"/>
              </a:buClr>
              <a:buSzPts val="1800"/>
              <a:buChar char="•"/>
              <a:defRPr sz="1800"/>
            </a:lvl3pPr>
            <a:lvl4pPr marL="1828800" lvl="3" indent="-342900" algn="l">
              <a:spcBef>
                <a:spcPts val="0"/>
              </a:spcBef>
              <a:spcAft>
                <a:spcPts val="0"/>
              </a:spcAft>
              <a:buClr>
                <a:srgbClr val="232425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0"/>
              </a:spcBef>
              <a:spcAft>
                <a:spcPts val="0"/>
              </a:spcAft>
              <a:buClr>
                <a:srgbClr val="232425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6" name="Google Shape;126;p22"/>
          <p:cNvSpPr>
            <a:spLocks noGrp="1"/>
          </p:cNvSpPr>
          <p:nvPr>
            <p:ph type="pic" idx="4"/>
          </p:nvPr>
        </p:nvSpPr>
        <p:spPr>
          <a:xfrm>
            <a:off x="495679" y="1417871"/>
            <a:ext cx="4023360" cy="1714500"/>
          </a:xfrm>
          <a:prstGeom prst="rect">
            <a:avLst/>
          </a:prstGeom>
          <a:solidFill>
            <a:srgbClr val="BFBFBF"/>
          </a:solidFill>
          <a:ln>
            <a:noFill/>
          </a:ln>
        </p:spPr>
      </p:sp>
      <p:sp>
        <p:nvSpPr>
          <p:cNvPr id="127" name="Google Shape;127;p22"/>
          <p:cNvSpPr>
            <a:spLocks noGrp="1"/>
          </p:cNvSpPr>
          <p:nvPr>
            <p:ph type="pic" idx="5"/>
          </p:nvPr>
        </p:nvSpPr>
        <p:spPr>
          <a:xfrm>
            <a:off x="4709050" y="1417871"/>
            <a:ext cx="4023360" cy="1714500"/>
          </a:xfrm>
          <a:prstGeom prst="rect">
            <a:avLst/>
          </a:prstGeom>
          <a:solidFill>
            <a:srgbClr val="BFBFBF"/>
          </a:solidFill>
          <a:ln>
            <a:noFill/>
          </a:ln>
        </p:spPr>
      </p:sp>
      <p:sp>
        <p:nvSpPr>
          <p:cNvPr id="128" name="Google Shape;128;p22"/>
          <p:cNvSpPr txBox="1">
            <a:spLocks noGrp="1"/>
          </p:cNvSpPr>
          <p:nvPr>
            <p:ph type="title"/>
          </p:nvPr>
        </p:nvSpPr>
        <p:spPr>
          <a:xfrm>
            <a:off x="457201" y="358378"/>
            <a:ext cx="8372901" cy="6217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232425"/>
              </a:buClr>
              <a:buSzPts val="2800"/>
              <a:buFont typeface="Arial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9" name="Google Shape;129;p22"/>
          <p:cNvSpPr txBox="1"/>
          <p:nvPr/>
        </p:nvSpPr>
        <p:spPr>
          <a:xfrm>
            <a:off x="-1876478" y="0"/>
            <a:ext cx="1548931" cy="3385542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Instructions on replacing a current image:</a:t>
            </a:r>
            <a:endParaRPr/>
          </a:p>
          <a:p>
            <a:pPr marL="228600" marR="0" lvl="0" indent="-2286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AutoNum type="arabicPeriod"/>
            </a:pPr>
            <a:r>
              <a:rPr lang="en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Select and delete image and click the icon to insert a different image</a:t>
            </a:r>
            <a:endParaRPr/>
          </a:p>
          <a:p>
            <a:pPr marL="228600" marR="0" lvl="0" indent="-2286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AutoNum type="arabicPeriod"/>
            </a:pPr>
            <a:r>
              <a:rPr lang="en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Use the crop tool to position the image within the shape. 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ABB23A1-1451-A282-0088-5538651A0E79}"/>
              </a:ext>
            </a:extLst>
          </p:cNvPr>
          <p:cNvSpPr/>
          <p:nvPr userDrawn="1"/>
        </p:nvSpPr>
        <p:spPr>
          <a:xfrm>
            <a:off x="423259" y="4767658"/>
            <a:ext cx="1505366" cy="31145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865CC3E-E776-BFCD-86C7-9E0C7E02CDFC}"/>
              </a:ext>
            </a:extLst>
          </p:cNvPr>
          <p:cNvSpPr/>
          <p:nvPr userDrawn="1"/>
        </p:nvSpPr>
        <p:spPr>
          <a:xfrm>
            <a:off x="8030424" y="4812928"/>
            <a:ext cx="909873" cy="31145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*TWO IMAGES - Bottom horizontal">
  <p:cSld name="*TWO IMAGES - Bottom horizontal"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3"/>
          <p:cNvSpPr txBox="1">
            <a:spLocks noGrp="1"/>
          </p:cNvSpPr>
          <p:nvPr>
            <p:ph type="sldNum" idx="12"/>
          </p:nvPr>
        </p:nvSpPr>
        <p:spPr>
          <a:xfrm>
            <a:off x="4343400" y="4855282"/>
            <a:ext cx="457200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2" name="Google Shape;132;p23"/>
          <p:cNvSpPr txBox="1">
            <a:spLocks noGrp="1"/>
          </p:cNvSpPr>
          <p:nvPr>
            <p:ph type="body" idx="1"/>
          </p:nvPr>
        </p:nvSpPr>
        <p:spPr>
          <a:xfrm>
            <a:off x="457201" y="1016890"/>
            <a:ext cx="8372901" cy="3747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65A2"/>
              </a:buClr>
              <a:buSzPts val="2000"/>
              <a:buNone/>
              <a:defRPr sz="2000" b="1">
                <a:solidFill>
                  <a:srgbClr val="0065A2"/>
                </a:solidFill>
              </a:defRPr>
            </a:lvl1pPr>
            <a:lvl2pPr marL="914400" lvl="1" indent="-342900" algn="l">
              <a:spcBef>
                <a:spcPts val="0"/>
              </a:spcBef>
              <a:spcAft>
                <a:spcPts val="0"/>
              </a:spcAft>
              <a:buClr>
                <a:srgbClr val="232425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0"/>
              </a:spcBef>
              <a:spcAft>
                <a:spcPts val="0"/>
              </a:spcAft>
              <a:buClr>
                <a:srgbClr val="232425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0"/>
              </a:spcBef>
              <a:spcAft>
                <a:spcPts val="0"/>
              </a:spcAft>
              <a:buClr>
                <a:srgbClr val="232425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0"/>
              </a:spcBef>
              <a:spcAft>
                <a:spcPts val="0"/>
              </a:spcAft>
              <a:buClr>
                <a:srgbClr val="232425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3" name="Google Shape;133;p23"/>
          <p:cNvSpPr txBox="1">
            <a:spLocks noGrp="1"/>
          </p:cNvSpPr>
          <p:nvPr>
            <p:ph type="body" idx="2"/>
          </p:nvPr>
        </p:nvSpPr>
        <p:spPr>
          <a:xfrm>
            <a:off x="457200" y="1408347"/>
            <a:ext cx="4114800" cy="12878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45700" anchor="t" anchorCtr="0">
            <a:noAutofit/>
          </a:bodyPr>
          <a:lstStyle>
            <a:lvl1pPr marL="457200" lvl="0" indent="-342900" algn="l">
              <a:spcBef>
                <a:spcPts val="600"/>
              </a:spcBef>
              <a:spcAft>
                <a:spcPts val="0"/>
              </a:spcAft>
              <a:buClr>
                <a:srgbClr val="232425"/>
              </a:buClr>
              <a:buSzPts val="1800"/>
              <a:buChar char="▪"/>
              <a:defRPr sz="1800"/>
            </a:lvl1pPr>
            <a:lvl2pPr marL="914400" lvl="1" indent="-342900" algn="l">
              <a:spcBef>
                <a:spcPts val="0"/>
              </a:spcBef>
              <a:spcAft>
                <a:spcPts val="0"/>
              </a:spcAft>
              <a:buClr>
                <a:srgbClr val="232425"/>
              </a:buClr>
              <a:buSzPts val="1800"/>
              <a:buChar char="–"/>
              <a:defRPr sz="1800"/>
            </a:lvl2pPr>
            <a:lvl3pPr marL="1371600" lvl="2" indent="-342900" algn="l">
              <a:spcBef>
                <a:spcPts val="0"/>
              </a:spcBef>
              <a:spcAft>
                <a:spcPts val="0"/>
              </a:spcAft>
              <a:buClr>
                <a:srgbClr val="232425"/>
              </a:buClr>
              <a:buSzPts val="1800"/>
              <a:buChar char="•"/>
              <a:defRPr sz="1800"/>
            </a:lvl3pPr>
            <a:lvl4pPr marL="1828800" lvl="3" indent="-342900" algn="l">
              <a:spcBef>
                <a:spcPts val="0"/>
              </a:spcBef>
              <a:spcAft>
                <a:spcPts val="0"/>
              </a:spcAft>
              <a:buClr>
                <a:srgbClr val="232425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0"/>
              </a:spcBef>
              <a:spcAft>
                <a:spcPts val="0"/>
              </a:spcAft>
              <a:buClr>
                <a:srgbClr val="232425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4" name="Google Shape;134;p23"/>
          <p:cNvSpPr txBox="1">
            <a:spLocks noGrp="1"/>
          </p:cNvSpPr>
          <p:nvPr>
            <p:ph type="body" idx="3"/>
          </p:nvPr>
        </p:nvSpPr>
        <p:spPr>
          <a:xfrm>
            <a:off x="4716215" y="1408347"/>
            <a:ext cx="4114800" cy="12878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45700" anchor="t" anchorCtr="0">
            <a:noAutofit/>
          </a:bodyPr>
          <a:lstStyle>
            <a:lvl1pPr marL="457200" lvl="0" indent="-342900" algn="l">
              <a:spcBef>
                <a:spcPts val="600"/>
              </a:spcBef>
              <a:spcAft>
                <a:spcPts val="0"/>
              </a:spcAft>
              <a:buClr>
                <a:srgbClr val="232425"/>
              </a:buClr>
              <a:buSzPts val="1800"/>
              <a:buChar char="▪"/>
              <a:defRPr sz="1800"/>
            </a:lvl1pPr>
            <a:lvl2pPr marL="914400" lvl="1" indent="-342900" algn="l">
              <a:spcBef>
                <a:spcPts val="0"/>
              </a:spcBef>
              <a:spcAft>
                <a:spcPts val="0"/>
              </a:spcAft>
              <a:buClr>
                <a:srgbClr val="232425"/>
              </a:buClr>
              <a:buSzPts val="1800"/>
              <a:buChar char="–"/>
              <a:defRPr sz="1800"/>
            </a:lvl2pPr>
            <a:lvl3pPr marL="1371600" lvl="2" indent="-342900" algn="l">
              <a:spcBef>
                <a:spcPts val="0"/>
              </a:spcBef>
              <a:spcAft>
                <a:spcPts val="0"/>
              </a:spcAft>
              <a:buClr>
                <a:srgbClr val="232425"/>
              </a:buClr>
              <a:buSzPts val="1800"/>
              <a:buChar char="•"/>
              <a:defRPr sz="1800"/>
            </a:lvl3pPr>
            <a:lvl4pPr marL="1828800" lvl="3" indent="-342900" algn="l">
              <a:spcBef>
                <a:spcPts val="0"/>
              </a:spcBef>
              <a:spcAft>
                <a:spcPts val="0"/>
              </a:spcAft>
              <a:buClr>
                <a:srgbClr val="232425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0"/>
              </a:spcBef>
              <a:spcAft>
                <a:spcPts val="0"/>
              </a:spcAft>
              <a:buClr>
                <a:srgbClr val="232425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5" name="Google Shape;135;p23"/>
          <p:cNvSpPr>
            <a:spLocks noGrp="1"/>
          </p:cNvSpPr>
          <p:nvPr>
            <p:ph type="pic" idx="4"/>
          </p:nvPr>
        </p:nvSpPr>
        <p:spPr>
          <a:xfrm>
            <a:off x="464146" y="2711336"/>
            <a:ext cx="4023360" cy="1714500"/>
          </a:xfrm>
          <a:prstGeom prst="rect">
            <a:avLst/>
          </a:prstGeom>
          <a:solidFill>
            <a:srgbClr val="BFBFBF"/>
          </a:solidFill>
          <a:ln>
            <a:noFill/>
          </a:ln>
        </p:spPr>
      </p:sp>
      <p:sp>
        <p:nvSpPr>
          <p:cNvPr id="136" name="Google Shape;136;p23"/>
          <p:cNvSpPr>
            <a:spLocks noGrp="1"/>
          </p:cNvSpPr>
          <p:nvPr>
            <p:ph type="pic" idx="5"/>
          </p:nvPr>
        </p:nvSpPr>
        <p:spPr>
          <a:xfrm>
            <a:off x="4730864" y="2711336"/>
            <a:ext cx="4023360" cy="1714500"/>
          </a:xfrm>
          <a:prstGeom prst="rect">
            <a:avLst/>
          </a:prstGeom>
          <a:solidFill>
            <a:srgbClr val="BFBFBF"/>
          </a:solidFill>
          <a:ln>
            <a:noFill/>
          </a:ln>
        </p:spPr>
      </p:sp>
      <p:sp>
        <p:nvSpPr>
          <p:cNvPr id="137" name="Google Shape;137;p23"/>
          <p:cNvSpPr txBox="1">
            <a:spLocks noGrp="1"/>
          </p:cNvSpPr>
          <p:nvPr>
            <p:ph type="title"/>
          </p:nvPr>
        </p:nvSpPr>
        <p:spPr>
          <a:xfrm>
            <a:off x="457201" y="358378"/>
            <a:ext cx="8372901" cy="6217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232425"/>
              </a:buClr>
              <a:buSzPts val="2800"/>
              <a:buFont typeface="Arial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8" name="Google Shape;138;p23"/>
          <p:cNvSpPr txBox="1"/>
          <p:nvPr/>
        </p:nvSpPr>
        <p:spPr>
          <a:xfrm>
            <a:off x="-1876478" y="0"/>
            <a:ext cx="1548931" cy="3385542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Instructions on replacing a current image:</a:t>
            </a:r>
            <a:endParaRPr/>
          </a:p>
          <a:p>
            <a:pPr marL="228600" marR="0" lvl="0" indent="-2286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AutoNum type="arabicPeriod"/>
            </a:pPr>
            <a:r>
              <a:rPr lang="en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Select and delete image and click the icon to insert a different image</a:t>
            </a:r>
            <a:endParaRPr/>
          </a:p>
          <a:p>
            <a:pPr marL="228600" marR="0" lvl="0" indent="-2286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AutoNum type="arabicPeriod"/>
            </a:pPr>
            <a:r>
              <a:rPr lang="en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Use the crop tool to position the image within the shape. 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23"/>
          <p:cNvSpPr txBox="1">
            <a:spLocks noGrp="1"/>
          </p:cNvSpPr>
          <p:nvPr>
            <p:ph type="body" idx="6"/>
          </p:nvPr>
        </p:nvSpPr>
        <p:spPr>
          <a:xfrm>
            <a:off x="476266" y="4434669"/>
            <a:ext cx="3995723" cy="3590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45700" anchor="t" anchorCtr="0">
            <a:noAutofit/>
          </a:bodyPr>
          <a:lstStyle>
            <a:lvl1pPr marL="457200" lvl="0" indent="-228600" algn="l">
              <a:spcBef>
                <a:spcPts val="600"/>
              </a:spcBef>
              <a:spcAft>
                <a:spcPts val="0"/>
              </a:spcAft>
              <a:buClr>
                <a:srgbClr val="232425"/>
              </a:buClr>
              <a:buSzPts val="1200"/>
              <a:buNone/>
              <a:defRPr sz="1200"/>
            </a:lvl1pPr>
            <a:lvl2pPr marL="914400" lvl="1" indent="-342900" algn="l">
              <a:spcBef>
                <a:spcPts val="0"/>
              </a:spcBef>
              <a:spcAft>
                <a:spcPts val="0"/>
              </a:spcAft>
              <a:buClr>
                <a:srgbClr val="232425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0"/>
              </a:spcBef>
              <a:spcAft>
                <a:spcPts val="0"/>
              </a:spcAft>
              <a:buClr>
                <a:srgbClr val="232425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0"/>
              </a:spcBef>
              <a:spcAft>
                <a:spcPts val="0"/>
              </a:spcAft>
              <a:buClr>
                <a:srgbClr val="232425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0"/>
              </a:spcBef>
              <a:spcAft>
                <a:spcPts val="0"/>
              </a:spcAft>
              <a:buClr>
                <a:srgbClr val="232425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0" name="Google Shape;140;p23"/>
          <p:cNvSpPr txBox="1">
            <a:spLocks noGrp="1"/>
          </p:cNvSpPr>
          <p:nvPr>
            <p:ph type="body" idx="7"/>
          </p:nvPr>
        </p:nvSpPr>
        <p:spPr>
          <a:xfrm>
            <a:off x="4750290" y="4444194"/>
            <a:ext cx="3995723" cy="3590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45700" anchor="t" anchorCtr="0">
            <a:noAutofit/>
          </a:bodyPr>
          <a:lstStyle>
            <a:lvl1pPr marL="457200" lvl="0" indent="-228600" algn="l">
              <a:spcBef>
                <a:spcPts val="600"/>
              </a:spcBef>
              <a:spcAft>
                <a:spcPts val="0"/>
              </a:spcAft>
              <a:buClr>
                <a:srgbClr val="232425"/>
              </a:buClr>
              <a:buSzPts val="1200"/>
              <a:buNone/>
              <a:defRPr sz="1200"/>
            </a:lvl1pPr>
            <a:lvl2pPr marL="914400" lvl="1" indent="-342900" algn="l">
              <a:spcBef>
                <a:spcPts val="0"/>
              </a:spcBef>
              <a:spcAft>
                <a:spcPts val="0"/>
              </a:spcAft>
              <a:buClr>
                <a:srgbClr val="232425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0"/>
              </a:spcBef>
              <a:spcAft>
                <a:spcPts val="0"/>
              </a:spcAft>
              <a:buClr>
                <a:srgbClr val="232425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0"/>
              </a:spcBef>
              <a:spcAft>
                <a:spcPts val="0"/>
              </a:spcAft>
              <a:buClr>
                <a:srgbClr val="232425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0"/>
              </a:spcBef>
              <a:spcAft>
                <a:spcPts val="0"/>
              </a:spcAft>
              <a:buClr>
                <a:srgbClr val="232425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39C6301-A607-BCEE-4751-17C4FF0D8154}"/>
              </a:ext>
            </a:extLst>
          </p:cNvPr>
          <p:cNvSpPr/>
          <p:nvPr userDrawn="1"/>
        </p:nvSpPr>
        <p:spPr>
          <a:xfrm>
            <a:off x="423259" y="4767658"/>
            <a:ext cx="1505366" cy="31145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E32302E-6E59-15BC-EE56-275208AD5479}"/>
              </a:ext>
            </a:extLst>
          </p:cNvPr>
          <p:cNvSpPr/>
          <p:nvPr userDrawn="1"/>
        </p:nvSpPr>
        <p:spPr>
          <a:xfrm>
            <a:off x="8030424" y="4812928"/>
            <a:ext cx="909873" cy="31145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*TWO LRG IMAGES - top horizontal">
  <p:cSld name="*TWO LRG IMAGES - top horizontal"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4"/>
          <p:cNvSpPr txBox="1">
            <a:spLocks noGrp="1"/>
          </p:cNvSpPr>
          <p:nvPr>
            <p:ph type="sldNum" idx="12"/>
          </p:nvPr>
        </p:nvSpPr>
        <p:spPr>
          <a:xfrm>
            <a:off x="4343400" y="4855282"/>
            <a:ext cx="457200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3" name="Google Shape;143;p24"/>
          <p:cNvSpPr txBox="1">
            <a:spLocks noGrp="1"/>
          </p:cNvSpPr>
          <p:nvPr>
            <p:ph type="body" idx="1"/>
          </p:nvPr>
        </p:nvSpPr>
        <p:spPr>
          <a:xfrm>
            <a:off x="488732" y="4106864"/>
            <a:ext cx="4114800" cy="6868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45700" anchor="t" anchorCtr="0">
            <a:noAutofit/>
          </a:bodyPr>
          <a:lstStyle>
            <a:lvl1pPr marL="457200" lvl="0" indent="-342900" algn="l">
              <a:spcBef>
                <a:spcPts val="600"/>
              </a:spcBef>
              <a:spcAft>
                <a:spcPts val="0"/>
              </a:spcAft>
              <a:buClr>
                <a:srgbClr val="232425"/>
              </a:buClr>
              <a:buSzPts val="1800"/>
              <a:buChar char="▪"/>
              <a:defRPr sz="1800"/>
            </a:lvl1pPr>
            <a:lvl2pPr marL="914400" lvl="1" indent="-342900" algn="l">
              <a:spcBef>
                <a:spcPts val="0"/>
              </a:spcBef>
              <a:spcAft>
                <a:spcPts val="0"/>
              </a:spcAft>
              <a:buClr>
                <a:srgbClr val="232425"/>
              </a:buClr>
              <a:buSzPts val="1800"/>
              <a:buChar char="–"/>
              <a:defRPr sz="1800"/>
            </a:lvl2pPr>
            <a:lvl3pPr marL="1371600" lvl="2" indent="-342900" algn="l">
              <a:spcBef>
                <a:spcPts val="0"/>
              </a:spcBef>
              <a:spcAft>
                <a:spcPts val="0"/>
              </a:spcAft>
              <a:buClr>
                <a:srgbClr val="232425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0"/>
              </a:spcBef>
              <a:spcAft>
                <a:spcPts val="0"/>
              </a:spcAft>
              <a:buClr>
                <a:srgbClr val="232425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0"/>
              </a:spcBef>
              <a:spcAft>
                <a:spcPts val="0"/>
              </a:spcAft>
              <a:buClr>
                <a:srgbClr val="232425"/>
              </a:buClr>
              <a:buSzPts val="1600"/>
              <a:buChar char="»"/>
              <a:defRPr sz="16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4" name="Google Shape;144;p24"/>
          <p:cNvSpPr txBox="1">
            <a:spLocks noGrp="1"/>
          </p:cNvSpPr>
          <p:nvPr>
            <p:ph type="body" idx="2"/>
          </p:nvPr>
        </p:nvSpPr>
        <p:spPr>
          <a:xfrm>
            <a:off x="4716216" y="4106864"/>
            <a:ext cx="4097585" cy="6868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45700" anchor="t" anchorCtr="0">
            <a:noAutofit/>
          </a:bodyPr>
          <a:lstStyle>
            <a:lvl1pPr marL="457200" lvl="0" indent="-342900" algn="l">
              <a:spcBef>
                <a:spcPts val="600"/>
              </a:spcBef>
              <a:spcAft>
                <a:spcPts val="0"/>
              </a:spcAft>
              <a:buClr>
                <a:srgbClr val="232425"/>
              </a:buClr>
              <a:buSzPts val="1800"/>
              <a:buChar char="▪"/>
              <a:defRPr sz="1800"/>
            </a:lvl1pPr>
            <a:lvl2pPr marL="914400" lvl="1" indent="-342900" algn="l">
              <a:spcBef>
                <a:spcPts val="0"/>
              </a:spcBef>
              <a:spcAft>
                <a:spcPts val="0"/>
              </a:spcAft>
              <a:buClr>
                <a:srgbClr val="232425"/>
              </a:buClr>
              <a:buSzPts val="1800"/>
              <a:buChar char="–"/>
              <a:defRPr sz="1800"/>
            </a:lvl2pPr>
            <a:lvl3pPr marL="1371600" lvl="2" indent="-342900" algn="l">
              <a:spcBef>
                <a:spcPts val="0"/>
              </a:spcBef>
              <a:spcAft>
                <a:spcPts val="0"/>
              </a:spcAft>
              <a:buClr>
                <a:srgbClr val="232425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0"/>
              </a:spcBef>
              <a:spcAft>
                <a:spcPts val="0"/>
              </a:spcAft>
              <a:buClr>
                <a:srgbClr val="232425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0"/>
              </a:spcBef>
              <a:spcAft>
                <a:spcPts val="0"/>
              </a:spcAft>
              <a:buClr>
                <a:srgbClr val="232425"/>
              </a:buClr>
              <a:buSzPts val="1600"/>
              <a:buChar char="»"/>
              <a:defRPr sz="16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5" name="Google Shape;145;p24"/>
          <p:cNvSpPr>
            <a:spLocks noGrp="1"/>
          </p:cNvSpPr>
          <p:nvPr>
            <p:ph type="pic" idx="3"/>
          </p:nvPr>
        </p:nvSpPr>
        <p:spPr>
          <a:xfrm>
            <a:off x="495679" y="1420813"/>
            <a:ext cx="4023360" cy="2686050"/>
          </a:xfrm>
          <a:prstGeom prst="rect">
            <a:avLst/>
          </a:prstGeom>
          <a:solidFill>
            <a:srgbClr val="BFBFBF"/>
          </a:solidFill>
          <a:ln>
            <a:noFill/>
          </a:ln>
        </p:spPr>
      </p:sp>
      <p:sp>
        <p:nvSpPr>
          <p:cNvPr id="146" name="Google Shape;146;p24"/>
          <p:cNvSpPr>
            <a:spLocks noGrp="1"/>
          </p:cNvSpPr>
          <p:nvPr>
            <p:ph type="pic" idx="4"/>
          </p:nvPr>
        </p:nvSpPr>
        <p:spPr>
          <a:xfrm>
            <a:off x="4709050" y="1420813"/>
            <a:ext cx="4023360" cy="2686050"/>
          </a:xfrm>
          <a:prstGeom prst="rect">
            <a:avLst/>
          </a:prstGeom>
          <a:solidFill>
            <a:srgbClr val="BFBFBF"/>
          </a:solidFill>
          <a:ln>
            <a:noFill/>
          </a:ln>
        </p:spPr>
      </p:sp>
      <p:sp>
        <p:nvSpPr>
          <p:cNvPr id="147" name="Google Shape;147;p24"/>
          <p:cNvSpPr txBox="1">
            <a:spLocks noGrp="1"/>
          </p:cNvSpPr>
          <p:nvPr>
            <p:ph type="title"/>
          </p:nvPr>
        </p:nvSpPr>
        <p:spPr>
          <a:xfrm>
            <a:off x="457201" y="358378"/>
            <a:ext cx="8372901" cy="6217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232425"/>
              </a:buClr>
              <a:buSzPts val="2800"/>
              <a:buFont typeface="Arial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8" name="Google Shape;148;p24"/>
          <p:cNvSpPr txBox="1"/>
          <p:nvPr/>
        </p:nvSpPr>
        <p:spPr>
          <a:xfrm>
            <a:off x="-1876478" y="0"/>
            <a:ext cx="1548931" cy="3385542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Instructions on replacing a current image:</a:t>
            </a:r>
            <a:endParaRPr/>
          </a:p>
          <a:p>
            <a:pPr marL="228600" marR="0" lvl="0" indent="-2286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AutoNum type="arabicPeriod"/>
            </a:pPr>
            <a:r>
              <a:rPr lang="en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Select and delete image and click the icon to insert a different image</a:t>
            </a:r>
            <a:endParaRPr/>
          </a:p>
          <a:p>
            <a:pPr marL="228600" marR="0" lvl="0" indent="-2286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AutoNum type="arabicPeriod"/>
            </a:pPr>
            <a:r>
              <a:rPr lang="en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Use the crop tool to position the image within the shape. 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24"/>
          <p:cNvSpPr txBox="1">
            <a:spLocks noGrp="1"/>
          </p:cNvSpPr>
          <p:nvPr>
            <p:ph type="body" idx="5"/>
          </p:nvPr>
        </p:nvSpPr>
        <p:spPr>
          <a:xfrm>
            <a:off x="457201" y="1009912"/>
            <a:ext cx="8372901" cy="3747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65A2"/>
              </a:buClr>
              <a:buSzPts val="2000"/>
              <a:buNone/>
              <a:defRPr sz="2000" b="1">
                <a:solidFill>
                  <a:srgbClr val="0065A2"/>
                </a:solidFill>
              </a:defRPr>
            </a:lvl1pPr>
            <a:lvl2pPr marL="914400" lvl="1" indent="-342900" algn="l">
              <a:spcBef>
                <a:spcPts val="0"/>
              </a:spcBef>
              <a:spcAft>
                <a:spcPts val="0"/>
              </a:spcAft>
              <a:buClr>
                <a:srgbClr val="232425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0"/>
              </a:spcBef>
              <a:spcAft>
                <a:spcPts val="0"/>
              </a:spcAft>
              <a:buClr>
                <a:srgbClr val="232425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0"/>
              </a:spcBef>
              <a:spcAft>
                <a:spcPts val="0"/>
              </a:spcAft>
              <a:buClr>
                <a:srgbClr val="232425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0"/>
              </a:spcBef>
              <a:spcAft>
                <a:spcPts val="0"/>
              </a:spcAft>
              <a:buClr>
                <a:srgbClr val="232425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FD375FA-95E1-2950-4A41-CB78488BE210}"/>
              </a:ext>
            </a:extLst>
          </p:cNvPr>
          <p:cNvSpPr/>
          <p:nvPr userDrawn="1"/>
        </p:nvSpPr>
        <p:spPr>
          <a:xfrm>
            <a:off x="423259" y="4767658"/>
            <a:ext cx="1505366" cy="31145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729B77B-F673-B714-12E2-6B157B1733C4}"/>
              </a:ext>
            </a:extLst>
          </p:cNvPr>
          <p:cNvSpPr/>
          <p:nvPr userDrawn="1"/>
        </p:nvSpPr>
        <p:spPr>
          <a:xfrm>
            <a:off x="8030424" y="4812928"/>
            <a:ext cx="909873" cy="31145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*PICS/caption - TWO images">
  <p:cSld name="*PICS/caption - TWO images"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5"/>
          <p:cNvSpPr>
            <a:spLocks noGrp="1"/>
          </p:cNvSpPr>
          <p:nvPr>
            <p:ph type="pic" idx="2"/>
          </p:nvPr>
        </p:nvSpPr>
        <p:spPr>
          <a:xfrm>
            <a:off x="676630" y="1417046"/>
            <a:ext cx="3790374" cy="2808115"/>
          </a:xfrm>
          <a:prstGeom prst="rect">
            <a:avLst/>
          </a:prstGeom>
          <a:solidFill>
            <a:srgbClr val="BFBFBF"/>
          </a:solidFill>
          <a:ln>
            <a:noFill/>
          </a:ln>
        </p:spPr>
      </p:sp>
      <p:sp>
        <p:nvSpPr>
          <p:cNvPr id="152" name="Google Shape;152;p25"/>
          <p:cNvSpPr txBox="1">
            <a:spLocks noGrp="1"/>
          </p:cNvSpPr>
          <p:nvPr>
            <p:ph type="body" idx="1"/>
          </p:nvPr>
        </p:nvSpPr>
        <p:spPr>
          <a:xfrm>
            <a:off x="676630" y="4256434"/>
            <a:ext cx="3840480" cy="4387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2425"/>
              </a:buClr>
              <a:buSzPts val="1200"/>
              <a:buFont typeface="Noto Sans Symbols"/>
              <a:buNone/>
              <a:defRPr sz="1200" b="0" cap="none"/>
            </a:lvl1pPr>
            <a:lvl2pPr marL="914400" lvl="1" indent="-342900" algn="l">
              <a:spcBef>
                <a:spcPts val="0"/>
              </a:spcBef>
              <a:spcAft>
                <a:spcPts val="0"/>
              </a:spcAft>
              <a:buClr>
                <a:srgbClr val="232425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0"/>
              </a:spcBef>
              <a:spcAft>
                <a:spcPts val="0"/>
              </a:spcAft>
              <a:buClr>
                <a:srgbClr val="232425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0"/>
              </a:spcBef>
              <a:spcAft>
                <a:spcPts val="0"/>
              </a:spcAft>
              <a:buClr>
                <a:srgbClr val="232425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0"/>
              </a:spcBef>
              <a:spcAft>
                <a:spcPts val="0"/>
              </a:spcAft>
              <a:buClr>
                <a:srgbClr val="232425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3" name="Google Shape;153;p25"/>
          <p:cNvSpPr txBox="1">
            <a:spLocks noGrp="1"/>
          </p:cNvSpPr>
          <p:nvPr>
            <p:ph type="title"/>
          </p:nvPr>
        </p:nvSpPr>
        <p:spPr>
          <a:xfrm>
            <a:off x="457201" y="358378"/>
            <a:ext cx="8372901" cy="6217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232425"/>
              </a:buClr>
              <a:buSzPts val="2800"/>
              <a:buFont typeface="Arial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4" name="Google Shape;154;p25"/>
          <p:cNvSpPr txBox="1">
            <a:spLocks noGrp="1"/>
          </p:cNvSpPr>
          <p:nvPr>
            <p:ph type="sldNum" idx="12"/>
          </p:nvPr>
        </p:nvSpPr>
        <p:spPr>
          <a:xfrm>
            <a:off x="4343400" y="4855282"/>
            <a:ext cx="457200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5" name="Google Shape;155;p25"/>
          <p:cNvSpPr txBox="1">
            <a:spLocks noGrp="1"/>
          </p:cNvSpPr>
          <p:nvPr>
            <p:ph type="body" idx="3"/>
          </p:nvPr>
        </p:nvSpPr>
        <p:spPr>
          <a:xfrm>
            <a:off x="457201" y="1009912"/>
            <a:ext cx="8372901" cy="3747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65A2"/>
              </a:buClr>
              <a:buSzPts val="2000"/>
              <a:buNone/>
              <a:defRPr sz="2000" b="1">
                <a:solidFill>
                  <a:srgbClr val="0065A2"/>
                </a:solidFill>
              </a:defRPr>
            </a:lvl1pPr>
            <a:lvl2pPr marL="914400" lvl="1" indent="-342900" algn="l">
              <a:spcBef>
                <a:spcPts val="0"/>
              </a:spcBef>
              <a:spcAft>
                <a:spcPts val="0"/>
              </a:spcAft>
              <a:buClr>
                <a:srgbClr val="232425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0"/>
              </a:spcBef>
              <a:spcAft>
                <a:spcPts val="0"/>
              </a:spcAft>
              <a:buClr>
                <a:srgbClr val="232425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0"/>
              </a:spcBef>
              <a:spcAft>
                <a:spcPts val="0"/>
              </a:spcAft>
              <a:buClr>
                <a:srgbClr val="232425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0"/>
              </a:spcBef>
              <a:spcAft>
                <a:spcPts val="0"/>
              </a:spcAft>
              <a:buClr>
                <a:srgbClr val="232425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6" name="Google Shape;156;p25"/>
          <p:cNvSpPr>
            <a:spLocks noGrp="1"/>
          </p:cNvSpPr>
          <p:nvPr>
            <p:ph type="pic" idx="4"/>
          </p:nvPr>
        </p:nvSpPr>
        <p:spPr>
          <a:xfrm>
            <a:off x="4765130" y="1416462"/>
            <a:ext cx="3790374" cy="2808115"/>
          </a:xfrm>
          <a:prstGeom prst="rect">
            <a:avLst/>
          </a:prstGeom>
          <a:solidFill>
            <a:srgbClr val="BFBFBF"/>
          </a:solidFill>
          <a:ln>
            <a:noFill/>
          </a:ln>
        </p:spPr>
      </p:sp>
      <p:sp>
        <p:nvSpPr>
          <p:cNvPr id="157" name="Google Shape;157;p25"/>
          <p:cNvSpPr txBox="1">
            <a:spLocks noGrp="1"/>
          </p:cNvSpPr>
          <p:nvPr>
            <p:ph type="body" idx="5"/>
          </p:nvPr>
        </p:nvSpPr>
        <p:spPr>
          <a:xfrm>
            <a:off x="4765130" y="4255850"/>
            <a:ext cx="3840480" cy="4387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2425"/>
              </a:buClr>
              <a:buSzPts val="1200"/>
              <a:buFont typeface="Noto Sans Symbols"/>
              <a:buNone/>
              <a:defRPr sz="1200" b="0" cap="none"/>
            </a:lvl1pPr>
            <a:lvl2pPr marL="914400" lvl="1" indent="-342900" algn="l">
              <a:spcBef>
                <a:spcPts val="0"/>
              </a:spcBef>
              <a:spcAft>
                <a:spcPts val="0"/>
              </a:spcAft>
              <a:buClr>
                <a:srgbClr val="232425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0"/>
              </a:spcBef>
              <a:spcAft>
                <a:spcPts val="0"/>
              </a:spcAft>
              <a:buClr>
                <a:srgbClr val="232425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0"/>
              </a:spcBef>
              <a:spcAft>
                <a:spcPts val="0"/>
              </a:spcAft>
              <a:buClr>
                <a:srgbClr val="232425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0"/>
              </a:spcBef>
              <a:spcAft>
                <a:spcPts val="0"/>
              </a:spcAft>
              <a:buClr>
                <a:srgbClr val="232425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8" name="Google Shape;158;p25"/>
          <p:cNvSpPr txBox="1"/>
          <p:nvPr/>
        </p:nvSpPr>
        <p:spPr>
          <a:xfrm>
            <a:off x="-1876478" y="0"/>
            <a:ext cx="1548931" cy="3385542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Instructions on replacing a current image:</a:t>
            </a:r>
            <a:endParaRPr/>
          </a:p>
          <a:p>
            <a:pPr marL="228600" marR="0" lvl="0" indent="-2286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AutoNum type="arabicPeriod"/>
            </a:pPr>
            <a:r>
              <a:rPr lang="en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Select and delete image and click the icon to insert a different image</a:t>
            </a:r>
            <a:endParaRPr/>
          </a:p>
          <a:p>
            <a:pPr marL="228600" marR="0" lvl="0" indent="-2286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AutoNum type="arabicPeriod"/>
            </a:pPr>
            <a:r>
              <a:rPr lang="en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Use the crop tool to position the image within the shape. 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7F6C4F0-9D1F-A64A-2F50-2210212E0B0C}"/>
              </a:ext>
            </a:extLst>
          </p:cNvPr>
          <p:cNvSpPr/>
          <p:nvPr userDrawn="1"/>
        </p:nvSpPr>
        <p:spPr>
          <a:xfrm>
            <a:off x="423259" y="4767658"/>
            <a:ext cx="1505366" cy="31145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BE49746-A22B-4E2B-429F-1E6233C4DB23}"/>
              </a:ext>
            </a:extLst>
          </p:cNvPr>
          <p:cNvSpPr/>
          <p:nvPr userDrawn="1"/>
        </p:nvSpPr>
        <p:spPr>
          <a:xfrm>
            <a:off x="8030424" y="4812928"/>
            <a:ext cx="909873" cy="31145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*THREE IMAGES">
  <p:cSld name="*THREE IMAGES"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6"/>
          <p:cNvSpPr txBox="1">
            <a:spLocks noGrp="1"/>
          </p:cNvSpPr>
          <p:nvPr>
            <p:ph type="sldNum" idx="12"/>
          </p:nvPr>
        </p:nvSpPr>
        <p:spPr>
          <a:xfrm>
            <a:off x="4343400" y="4855282"/>
            <a:ext cx="457200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1" name="Google Shape;161;p26"/>
          <p:cNvSpPr txBox="1">
            <a:spLocks noGrp="1"/>
          </p:cNvSpPr>
          <p:nvPr>
            <p:ph type="body" idx="1"/>
          </p:nvPr>
        </p:nvSpPr>
        <p:spPr>
          <a:xfrm>
            <a:off x="457201" y="1019437"/>
            <a:ext cx="8372901" cy="3640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65A2"/>
              </a:buClr>
              <a:buSzPts val="2000"/>
              <a:buNone/>
              <a:defRPr sz="2000" b="1">
                <a:solidFill>
                  <a:srgbClr val="0065A2"/>
                </a:solidFill>
              </a:defRPr>
            </a:lvl1pPr>
            <a:lvl2pPr marL="914400" lvl="1" indent="-342900" algn="l">
              <a:spcBef>
                <a:spcPts val="0"/>
              </a:spcBef>
              <a:spcAft>
                <a:spcPts val="0"/>
              </a:spcAft>
              <a:buClr>
                <a:srgbClr val="232425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0"/>
              </a:spcBef>
              <a:spcAft>
                <a:spcPts val="0"/>
              </a:spcAft>
              <a:buClr>
                <a:srgbClr val="232425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0"/>
              </a:spcBef>
              <a:spcAft>
                <a:spcPts val="0"/>
              </a:spcAft>
              <a:buClr>
                <a:srgbClr val="232425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0"/>
              </a:spcBef>
              <a:spcAft>
                <a:spcPts val="0"/>
              </a:spcAft>
              <a:buClr>
                <a:srgbClr val="232425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2" name="Google Shape;162;p26"/>
          <p:cNvSpPr txBox="1">
            <a:spLocks noGrp="1"/>
          </p:cNvSpPr>
          <p:nvPr>
            <p:ph type="body" idx="2"/>
          </p:nvPr>
        </p:nvSpPr>
        <p:spPr>
          <a:xfrm>
            <a:off x="495879" y="2854960"/>
            <a:ext cx="2465584" cy="16099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45700" anchor="t" anchorCtr="0">
            <a:noAutofit/>
          </a:bodyPr>
          <a:lstStyle>
            <a:lvl1pPr marL="457200" lvl="0" indent="-342900" algn="l">
              <a:spcBef>
                <a:spcPts val="600"/>
              </a:spcBef>
              <a:spcAft>
                <a:spcPts val="0"/>
              </a:spcAft>
              <a:buClr>
                <a:srgbClr val="232425"/>
              </a:buClr>
              <a:buSzPts val="1800"/>
              <a:buChar char="▪"/>
              <a:defRPr sz="1800"/>
            </a:lvl1pPr>
            <a:lvl2pPr marL="914400" lvl="1" indent="-342900" algn="l">
              <a:spcBef>
                <a:spcPts val="0"/>
              </a:spcBef>
              <a:spcAft>
                <a:spcPts val="0"/>
              </a:spcAft>
              <a:buClr>
                <a:srgbClr val="232425"/>
              </a:buClr>
              <a:buSzPts val="1800"/>
              <a:buChar char="–"/>
              <a:defRPr sz="1800"/>
            </a:lvl2pPr>
            <a:lvl3pPr marL="1371600" lvl="2" indent="-342900" algn="l">
              <a:spcBef>
                <a:spcPts val="0"/>
              </a:spcBef>
              <a:spcAft>
                <a:spcPts val="0"/>
              </a:spcAft>
              <a:buClr>
                <a:srgbClr val="232425"/>
              </a:buClr>
              <a:buSzPts val="1800"/>
              <a:buChar char="•"/>
              <a:defRPr sz="1800"/>
            </a:lvl3pPr>
            <a:lvl4pPr marL="1828800" lvl="3" indent="-304800" algn="l">
              <a:spcBef>
                <a:spcPts val="0"/>
              </a:spcBef>
              <a:spcAft>
                <a:spcPts val="0"/>
              </a:spcAft>
              <a:buClr>
                <a:srgbClr val="232425"/>
              </a:buClr>
              <a:buSzPts val="1200"/>
              <a:buChar char="–"/>
              <a:defRPr sz="1200"/>
            </a:lvl4pPr>
            <a:lvl5pPr marL="2286000" lvl="4" indent="-304800" algn="l">
              <a:spcBef>
                <a:spcPts val="0"/>
              </a:spcBef>
              <a:spcAft>
                <a:spcPts val="0"/>
              </a:spcAft>
              <a:buClr>
                <a:srgbClr val="232425"/>
              </a:buClr>
              <a:buSzPts val="1200"/>
              <a:buChar char="»"/>
              <a:defRPr sz="12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3" name="Google Shape;163;p26"/>
          <p:cNvSpPr txBox="1">
            <a:spLocks noGrp="1"/>
          </p:cNvSpPr>
          <p:nvPr>
            <p:ph type="body" idx="3"/>
          </p:nvPr>
        </p:nvSpPr>
        <p:spPr>
          <a:xfrm>
            <a:off x="3381086" y="2854960"/>
            <a:ext cx="2465584" cy="16099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45700" anchor="t" anchorCtr="0">
            <a:noAutofit/>
          </a:bodyPr>
          <a:lstStyle>
            <a:lvl1pPr marL="457200" lvl="0" indent="-342900" algn="l">
              <a:spcBef>
                <a:spcPts val="600"/>
              </a:spcBef>
              <a:spcAft>
                <a:spcPts val="0"/>
              </a:spcAft>
              <a:buClr>
                <a:srgbClr val="232425"/>
              </a:buClr>
              <a:buSzPts val="1800"/>
              <a:buChar char="▪"/>
              <a:defRPr sz="1800"/>
            </a:lvl1pPr>
            <a:lvl2pPr marL="914400" lvl="1" indent="-342900" algn="l">
              <a:spcBef>
                <a:spcPts val="0"/>
              </a:spcBef>
              <a:spcAft>
                <a:spcPts val="0"/>
              </a:spcAft>
              <a:buClr>
                <a:srgbClr val="232425"/>
              </a:buClr>
              <a:buSzPts val="1800"/>
              <a:buChar char="–"/>
              <a:defRPr sz="1800"/>
            </a:lvl2pPr>
            <a:lvl3pPr marL="1371600" lvl="2" indent="-342900" algn="l">
              <a:spcBef>
                <a:spcPts val="0"/>
              </a:spcBef>
              <a:spcAft>
                <a:spcPts val="0"/>
              </a:spcAft>
              <a:buClr>
                <a:srgbClr val="232425"/>
              </a:buClr>
              <a:buSzPts val="1800"/>
              <a:buChar char="•"/>
              <a:defRPr sz="1800"/>
            </a:lvl3pPr>
            <a:lvl4pPr marL="1828800" lvl="3" indent="-304800" algn="l">
              <a:spcBef>
                <a:spcPts val="0"/>
              </a:spcBef>
              <a:spcAft>
                <a:spcPts val="0"/>
              </a:spcAft>
              <a:buClr>
                <a:srgbClr val="232425"/>
              </a:buClr>
              <a:buSzPts val="1200"/>
              <a:buChar char="–"/>
              <a:defRPr sz="1200"/>
            </a:lvl4pPr>
            <a:lvl5pPr marL="2286000" lvl="4" indent="-304800" algn="l">
              <a:spcBef>
                <a:spcPts val="0"/>
              </a:spcBef>
              <a:spcAft>
                <a:spcPts val="0"/>
              </a:spcAft>
              <a:buClr>
                <a:srgbClr val="232425"/>
              </a:buClr>
              <a:buSzPts val="1200"/>
              <a:buChar char="»"/>
              <a:defRPr sz="12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4" name="Google Shape;164;p26"/>
          <p:cNvSpPr>
            <a:spLocks noGrp="1"/>
          </p:cNvSpPr>
          <p:nvPr>
            <p:ph type="pic" idx="4"/>
          </p:nvPr>
        </p:nvSpPr>
        <p:spPr>
          <a:xfrm>
            <a:off x="503079" y="1415695"/>
            <a:ext cx="2361244" cy="1365433"/>
          </a:xfrm>
          <a:prstGeom prst="rect">
            <a:avLst/>
          </a:prstGeom>
          <a:solidFill>
            <a:srgbClr val="BFBFBF"/>
          </a:solidFill>
          <a:ln>
            <a:noFill/>
          </a:ln>
        </p:spPr>
      </p:sp>
      <p:sp>
        <p:nvSpPr>
          <p:cNvPr id="165" name="Google Shape;165;p26"/>
          <p:cNvSpPr>
            <a:spLocks noGrp="1"/>
          </p:cNvSpPr>
          <p:nvPr>
            <p:ph type="pic" idx="5"/>
          </p:nvPr>
        </p:nvSpPr>
        <p:spPr>
          <a:xfrm>
            <a:off x="3388286" y="1415695"/>
            <a:ext cx="2361244" cy="1365433"/>
          </a:xfrm>
          <a:prstGeom prst="rect">
            <a:avLst/>
          </a:prstGeom>
          <a:solidFill>
            <a:srgbClr val="BFBFBF"/>
          </a:solidFill>
          <a:ln>
            <a:noFill/>
          </a:ln>
        </p:spPr>
      </p:sp>
      <p:sp>
        <p:nvSpPr>
          <p:cNvPr id="166" name="Google Shape;166;p26"/>
          <p:cNvSpPr txBox="1">
            <a:spLocks noGrp="1"/>
          </p:cNvSpPr>
          <p:nvPr>
            <p:ph type="body" idx="6"/>
          </p:nvPr>
        </p:nvSpPr>
        <p:spPr>
          <a:xfrm>
            <a:off x="6261696" y="2856834"/>
            <a:ext cx="2465584" cy="16099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45700" anchor="t" anchorCtr="0">
            <a:noAutofit/>
          </a:bodyPr>
          <a:lstStyle>
            <a:lvl1pPr marL="457200" lvl="0" indent="-342900" algn="l">
              <a:spcBef>
                <a:spcPts val="600"/>
              </a:spcBef>
              <a:spcAft>
                <a:spcPts val="0"/>
              </a:spcAft>
              <a:buClr>
                <a:srgbClr val="232425"/>
              </a:buClr>
              <a:buSzPts val="1800"/>
              <a:buChar char="▪"/>
              <a:defRPr sz="1800"/>
            </a:lvl1pPr>
            <a:lvl2pPr marL="914400" lvl="1" indent="-342900" algn="l">
              <a:spcBef>
                <a:spcPts val="0"/>
              </a:spcBef>
              <a:spcAft>
                <a:spcPts val="0"/>
              </a:spcAft>
              <a:buClr>
                <a:srgbClr val="232425"/>
              </a:buClr>
              <a:buSzPts val="1800"/>
              <a:buChar char="–"/>
              <a:defRPr sz="1800"/>
            </a:lvl2pPr>
            <a:lvl3pPr marL="1371600" lvl="2" indent="-342900" algn="l">
              <a:spcBef>
                <a:spcPts val="0"/>
              </a:spcBef>
              <a:spcAft>
                <a:spcPts val="0"/>
              </a:spcAft>
              <a:buClr>
                <a:srgbClr val="232425"/>
              </a:buClr>
              <a:buSzPts val="1800"/>
              <a:buChar char="•"/>
              <a:defRPr sz="1800"/>
            </a:lvl3pPr>
            <a:lvl4pPr marL="1828800" lvl="3" indent="-304800" algn="l">
              <a:spcBef>
                <a:spcPts val="0"/>
              </a:spcBef>
              <a:spcAft>
                <a:spcPts val="0"/>
              </a:spcAft>
              <a:buClr>
                <a:srgbClr val="232425"/>
              </a:buClr>
              <a:buSzPts val="1200"/>
              <a:buChar char="–"/>
              <a:defRPr sz="1200"/>
            </a:lvl4pPr>
            <a:lvl5pPr marL="2286000" lvl="4" indent="-304800" algn="l">
              <a:spcBef>
                <a:spcPts val="0"/>
              </a:spcBef>
              <a:spcAft>
                <a:spcPts val="0"/>
              </a:spcAft>
              <a:buClr>
                <a:srgbClr val="232425"/>
              </a:buClr>
              <a:buSzPts val="1200"/>
              <a:buChar char="»"/>
              <a:defRPr sz="12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7" name="Google Shape;167;p26"/>
          <p:cNvSpPr>
            <a:spLocks noGrp="1"/>
          </p:cNvSpPr>
          <p:nvPr>
            <p:ph type="pic" idx="7"/>
          </p:nvPr>
        </p:nvSpPr>
        <p:spPr>
          <a:xfrm>
            <a:off x="6268896" y="1417569"/>
            <a:ext cx="2361244" cy="1365433"/>
          </a:xfrm>
          <a:prstGeom prst="rect">
            <a:avLst/>
          </a:prstGeom>
          <a:solidFill>
            <a:srgbClr val="BFBFBF"/>
          </a:solidFill>
          <a:ln>
            <a:noFill/>
          </a:ln>
        </p:spPr>
      </p:sp>
      <p:sp>
        <p:nvSpPr>
          <p:cNvPr id="168" name="Google Shape;168;p26"/>
          <p:cNvSpPr txBox="1">
            <a:spLocks noGrp="1"/>
          </p:cNvSpPr>
          <p:nvPr>
            <p:ph type="title"/>
          </p:nvPr>
        </p:nvSpPr>
        <p:spPr>
          <a:xfrm>
            <a:off x="457201" y="358378"/>
            <a:ext cx="8372901" cy="6217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232425"/>
              </a:buClr>
              <a:buSzPts val="2800"/>
              <a:buFont typeface="Arial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9" name="Google Shape;169;p26"/>
          <p:cNvSpPr txBox="1"/>
          <p:nvPr/>
        </p:nvSpPr>
        <p:spPr>
          <a:xfrm>
            <a:off x="-1876478" y="0"/>
            <a:ext cx="1548931" cy="3385542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Instructions on replacing a current image:</a:t>
            </a:r>
            <a:endParaRPr/>
          </a:p>
          <a:p>
            <a:pPr marL="228600" marR="0" lvl="0" indent="-2286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AutoNum type="arabicPeriod"/>
            </a:pPr>
            <a:r>
              <a:rPr lang="en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Select and delete image and click the icon to insert a different image</a:t>
            </a:r>
            <a:endParaRPr/>
          </a:p>
          <a:p>
            <a:pPr marL="228600" marR="0" lvl="0" indent="-2286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AutoNum type="arabicPeriod"/>
            </a:pPr>
            <a:r>
              <a:rPr lang="en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Use the crop tool to position the image within the shape. 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4A4D201-2D8C-4016-4E6E-B96A930C46AD}"/>
              </a:ext>
            </a:extLst>
          </p:cNvPr>
          <p:cNvSpPr/>
          <p:nvPr userDrawn="1"/>
        </p:nvSpPr>
        <p:spPr>
          <a:xfrm>
            <a:off x="423259" y="4767658"/>
            <a:ext cx="1505366" cy="31145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88B5ABF-1478-4021-76CB-1A3F16FF9D13}"/>
              </a:ext>
            </a:extLst>
          </p:cNvPr>
          <p:cNvSpPr/>
          <p:nvPr userDrawn="1"/>
        </p:nvSpPr>
        <p:spPr>
          <a:xfrm>
            <a:off x="8030424" y="4812928"/>
            <a:ext cx="909873" cy="31145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*PICS/captions/bullets - FOUR Images">
  <p:cSld name="*PICS/captions/bullets - FOUR Images"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7"/>
          <p:cNvSpPr>
            <a:spLocks noGrp="1"/>
          </p:cNvSpPr>
          <p:nvPr>
            <p:ph type="pic" idx="2"/>
          </p:nvPr>
        </p:nvSpPr>
        <p:spPr>
          <a:xfrm>
            <a:off x="218127" y="1418980"/>
            <a:ext cx="2240280" cy="1678712"/>
          </a:xfrm>
          <a:prstGeom prst="rect">
            <a:avLst/>
          </a:prstGeom>
          <a:solidFill>
            <a:srgbClr val="BFBFBF"/>
          </a:solidFill>
          <a:ln>
            <a:noFill/>
          </a:ln>
        </p:spPr>
      </p:sp>
      <p:sp>
        <p:nvSpPr>
          <p:cNvPr id="172" name="Google Shape;172;p27"/>
          <p:cNvSpPr>
            <a:spLocks noGrp="1"/>
          </p:cNvSpPr>
          <p:nvPr>
            <p:ph type="pic" idx="3"/>
          </p:nvPr>
        </p:nvSpPr>
        <p:spPr>
          <a:xfrm>
            <a:off x="2453235" y="1418980"/>
            <a:ext cx="2240280" cy="1678712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73" name="Google Shape;173;p27"/>
          <p:cNvSpPr>
            <a:spLocks noGrp="1"/>
          </p:cNvSpPr>
          <p:nvPr>
            <p:ph type="pic" idx="4"/>
          </p:nvPr>
        </p:nvSpPr>
        <p:spPr>
          <a:xfrm>
            <a:off x="4688341" y="1418980"/>
            <a:ext cx="2240280" cy="1678712"/>
          </a:xfrm>
          <a:prstGeom prst="rect">
            <a:avLst/>
          </a:prstGeom>
          <a:solidFill>
            <a:srgbClr val="BFBFBF"/>
          </a:solidFill>
          <a:ln>
            <a:noFill/>
          </a:ln>
        </p:spPr>
      </p:sp>
      <p:sp>
        <p:nvSpPr>
          <p:cNvPr id="174" name="Google Shape;174;p27"/>
          <p:cNvSpPr>
            <a:spLocks noGrp="1"/>
          </p:cNvSpPr>
          <p:nvPr>
            <p:ph type="pic" idx="5"/>
          </p:nvPr>
        </p:nvSpPr>
        <p:spPr>
          <a:xfrm>
            <a:off x="6906022" y="1418980"/>
            <a:ext cx="2240280" cy="1678712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75" name="Google Shape;175;p27"/>
          <p:cNvSpPr txBox="1">
            <a:spLocks noGrp="1"/>
          </p:cNvSpPr>
          <p:nvPr>
            <p:ph type="body" idx="1"/>
          </p:nvPr>
        </p:nvSpPr>
        <p:spPr>
          <a:xfrm>
            <a:off x="469900" y="3672521"/>
            <a:ext cx="8434552" cy="1086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45700" anchor="t" anchorCtr="0">
            <a:noAutofit/>
          </a:bodyPr>
          <a:lstStyle>
            <a:lvl1pPr marL="457200" lvl="0" indent="-355600" algn="l"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000"/>
              <a:buChar char="▪"/>
              <a:defRPr sz="2000">
                <a:solidFill>
                  <a:srgbClr val="000000"/>
                </a:solidFill>
              </a:defRPr>
            </a:lvl1pPr>
            <a:lvl2pPr marL="914400" lvl="1" indent="-35560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Char char="–"/>
              <a:defRPr sz="2000">
                <a:solidFill>
                  <a:srgbClr val="000000"/>
                </a:solidFill>
              </a:defRPr>
            </a:lvl2pPr>
            <a:lvl3pPr marL="1371600" lvl="2" indent="-35560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Char char="•"/>
              <a:defRPr sz="2000">
                <a:solidFill>
                  <a:srgbClr val="000000"/>
                </a:solidFill>
              </a:defRPr>
            </a:lvl3pPr>
            <a:lvl4pPr marL="1828800" lvl="3" indent="-35560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Char char="–"/>
              <a:defRPr sz="2000">
                <a:solidFill>
                  <a:srgbClr val="000000"/>
                </a:solidFill>
              </a:defRPr>
            </a:lvl4pPr>
            <a:lvl5pPr marL="2286000" lvl="4" indent="-35560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Char char="»"/>
              <a:defRPr sz="2000">
                <a:solidFill>
                  <a:srgbClr val="000000"/>
                </a:solidFill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6" name="Google Shape;176;p27"/>
          <p:cNvSpPr txBox="1">
            <a:spLocks noGrp="1"/>
          </p:cNvSpPr>
          <p:nvPr>
            <p:ph type="title"/>
          </p:nvPr>
        </p:nvSpPr>
        <p:spPr>
          <a:xfrm>
            <a:off x="457201" y="358378"/>
            <a:ext cx="8372901" cy="6217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232425"/>
              </a:buClr>
              <a:buSzPts val="2800"/>
              <a:buFont typeface="Arial"/>
              <a:buNone/>
              <a:defRPr sz="2800" b="1" i="0" cap="none">
                <a:solidFill>
                  <a:srgbClr val="23242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7" name="Google Shape;177;p27"/>
          <p:cNvSpPr txBox="1">
            <a:spLocks noGrp="1"/>
          </p:cNvSpPr>
          <p:nvPr>
            <p:ph type="body" idx="6"/>
          </p:nvPr>
        </p:nvSpPr>
        <p:spPr>
          <a:xfrm>
            <a:off x="218128" y="3127171"/>
            <a:ext cx="2238469" cy="3583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45700" anchor="t" anchorCtr="0">
            <a:noAutofit/>
          </a:bodyPr>
          <a:lstStyle>
            <a:lvl1pPr marL="457200" lvl="0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200"/>
              <a:buNone/>
              <a:defRPr sz="1200" b="0">
                <a:solidFill>
                  <a:srgbClr val="000000"/>
                </a:solidFill>
              </a:defRPr>
            </a:lvl1pPr>
            <a:lvl2pPr marL="914400" lvl="1" indent="-342900" algn="l">
              <a:spcBef>
                <a:spcPts val="0"/>
              </a:spcBef>
              <a:spcAft>
                <a:spcPts val="0"/>
              </a:spcAft>
              <a:buClr>
                <a:srgbClr val="232425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0"/>
              </a:spcBef>
              <a:spcAft>
                <a:spcPts val="0"/>
              </a:spcAft>
              <a:buClr>
                <a:srgbClr val="232425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0"/>
              </a:spcBef>
              <a:spcAft>
                <a:spcPts val="0"/>
              </a:spcAft>
              <a:buClr>
                <a:srgbClr val="232425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0"/>
              </a:spcBef>
              <a:spcAft>
                <a:spcPts val="0"/>
              </a:spcAft>
              <a:buClr>
                <a:srgbClr val="232425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8" name="Google Shape;178;p27"/>
          <p:cNvSpPr txBox="1">
            <a:spLocks noGrp="1"/>
          </p:cNvSpPr>
          <p:nvPr>
            <p:ph type="body" idx="7"/>
          </p:nvPr>
        </p:nvSpPr>
        <p:spPr>
          <a:xfrm>
            <a:off x="2442595" y="3127171"/>
            <a:ext cx="2238469" cy="3583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45700" anchor="t" anchorCtr="0">
            <a:noAutofit/>
          </a:bodyPr>
          <a:lstStyle>
            <a:lvl1pPr marL="457200" lvl="0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200"/>
              <a:buNone/>
              <a:defRPr sz="1200" b="0">
                <a:solidFill>
                  <a:srgbClr val="000000"/>
                </a:solidFill>
              </a:defRPr>
            </a:lvl1pPr>
            <a:lvl2pPr marL="914400" lvl="1" indent="-342900" algn="l">
              <a:spcBef>
                <a:spcPts val="0"/>
              </a:spcBef>
              <a:spcAft>
                <a:spcPts val="0"/>
              </a:spcAft>
              <a:buClr>
                <a:srgbClr val="232425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0"/>
              </a:spcBef>
              <a:spcAft>
                <a:spcPts val="0"/>
              </a:spcAft>
              <a:buClr>
                <a:srgbClr val="232425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0"/>
              </a:spcBef>
              <a:spcAft>
                <a:spcPts val="0"/>
              </a:spcAft>
              <a:buClr>
                <a:srgbClr val="232425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0"/>
              </a:spcBef>
              <a:spcAft>
                <a:spcPts val="0"/>
              </a:spcAft>
              <a:buClr>
                <a:srgbClr val="232425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9" name="Google Shape;179;p27"/>
          <p:cNvSpPr txBox="1">
            <a:spLocks noGrp="1"/>
          </p:cNvSpPr>
          <p:nvPr>
            <p:ph type="body" idx="8"/>
          </p:nvPr>
        </p:nvSpPr>
        <p:spPr>
          <a:xfrm>
            <a:off x="4681064" y="3127171"/>
            <a:ext cx="2238469" cy="3583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45700" anchor="t" anchorCtr="0">
            <a:noAutofit/>
          </a:bodyPr>
          <a:lstStyle>
            <a:lvl1pPr marL="457200" lvl="0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200"/>
              <a:buNone/>
              <a:defRPr sz="1200" b="0">
                <a:solidFill>
                  <a:srgbClr val="000000"/>
                </a:solidFill>
              </a:defRPr>
            </a:lvl1pPr>
            <a:lvl2pPr marL="914400" lvl="1" indent="-342900" algn="l">
              <a:spcBef>
                <a:spcPts val="0"/>
              </a:spcBef>
              <a:spcAft>
                <a:spcPts val="0"/>
              </a:spcAft>
              <a:buClr>
                <a:srgbClr val="232425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0"/>
              </a:spcBef>
              <a:spcAft>
                <a:spcPts val="0"/>
              </a:spcAft>
              <a:buClr>
                <a:srgbClr val="232425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0"/>
              </a:spcBef>
              <a:spcAft>
                <a:spcPts val="0"/>
              </a:spcAft>
              <a:buClr>
                <a:srgbClr val="232425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0"/>
              </a:spcBef>
              <a:spcAft>
                <a:spcPts val="0"/>
              </a:spcAft>
              <a:buClr>
                <a:srgbClr val="232425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0" name="Google Shape;180;p27"/>
          <p:cNvSpPr txBox="1">
            <a:spLocks noGrp="1"/>
          </p:cNvSpPr>
          <p:nvPr>
            <p:ph type="body" idx="9"/>
          </p:nvPr>
        </p:nvSpPr>
        <p:spPr>
          <a:xfrm>
            <a:off x="6905532" y="3127171"/>
            <a:ext cx="2238469" cy="3583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45700" anchor="t" anchorCtr="0">
            <a:noAutofit/>
          </a:bodyPr>
          <a:lstStyle>
            <a:lvl1pPr marL="457200" lvl="0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200"/>
              <a:buNone/>
              <a:defRPr sz="1200" b="0">
                <a:solidFill>
                  <a:srgbClr val="000000"/>
                </a:solidFill>
              </a:defRPr>
            </a:lvl1pPr>
            <a:lvl2pPr marL="914400" lvl="1" indent="-342900" algn="l">
              <a:spcBef>
                <a:spcPts val="0"/>
              </a:spcBef>
              <a:spcAft>
                <a:spcPts val="0"/>
              </a:spcAft>
              <a:buClr>
                <a:srgbClr val="232425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0"/>
              </a:spcBef>
              <a:spcAft>
                <a:spcPts val="0"/>
              </a:spcAft>
              <a:buClr>
                <a:srgbClr val="232425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0"/>
              </a:spcBef>
              <a:spcAft>
                <a:spcPts val="0"/>
              </a:spcAft>
              <a:buClr>
                <a:srgbClr val="232425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0"/>
              </a:spcBef>
              <a:spcAft>
                <a:spcPts val="0"/>
              </a:spcAft>
              <a:buClr>
                <a:srgbClr val="232425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1" name="Google Shape;181;p27"/>
          <p:cNvSpPr txBox="1"/>
          <p:nvPr/>
        </p:nvSpPr>
        <p:spPr>
          <a:xfrm>
            <a:off x="-1876478" y="0"/>
            <a:ext cx="1548931" cy="3385542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Instructions on replacing a current image:</a:t>
            </a:r>
            <a:endParaRPr/>
          </a:p>
          <a:p>
            <a:pPr marL="228600" marR="0" lvl="0" indent="-2286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AutoNum type="arabicPeriod"/>
            </a:pPr>
            <a:r>
              <a:rPr lang="en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Select and delete image and click the icon to insert a different image</a:t>
            </a:r>
            <a:endParaRPr/>
          </a:p>
          <a:p>
            <a:pPr marL="228600" marR="0" lvl="0" indent="-2286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AutoNum type="arabicPeriod"/>
            </a:pPr>
            <a:r>
              <a:rPr lang="en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Use the crop tool to position the image within the shape. 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27"/>
          <p:cNvSpPr txBox="1">
            <a:spLocks noGrp="1"/>
          </p:cNvSpPr>
          <p:nvPr>
            <p:ph type="sldNum" idx="12"/>
          </p:nvPr>
        </p:nvSpPr>
        <p:spPr>
          <a:xfrm>
            <a:off x="4343400" y="4855282"/>
            <a:ext cx="457200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3" name="Google Shape;183;p27"/>
          <p:cNvSpPr txBox="1">
            <a:spLocks noGrp="1"/>
          </p:cNvSpPr>
          <p:nvPr>
            <p:ph type="body" idx="13"/>
          </p:nvPr>
        </p:nvSpPr>
        <p:spPr>
          <a:xfrm>
            <a:off x="457201" y="1019437"/>
            <a:ext cx="8372901" cy="3747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65A2"/>
              </a:buClr>
              <a:buSzPts val="2000"/>
              <a:buNone/>
              <a:defRPr sz="2000" b="1">
                <a:solidFill>
                  <a:srgbClr val="0065A2"/>
                </a:solidFill>
              </a:defRPr>
            </a:lvl1pPr>
            <a:lvl2pPr marL="914400" lvl="1" indent="-342900" algn="l">
              <a:spcBef>
                <a:spcPts val="0"/>
              </a:spcBef>
              <a:spcAft>
                <a:spcPts val="0"/>
              </a:spcAft>
              <a:buClr>
                <a:srgbClr val="232425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0"/>
              </a:spcBef>
              <a:spcAft>
                <a:spcPts val="0"/>
              </a:spcAft>
              <a:buClr>
                <a:srgbClr val="232425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0"/>
              </a:spcBef>
              <a:spcAft>
                <a:spcPts val="0"/>
              </a:spcAft>
              <a:buClr>
                <a:srgbClr val="232425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0"/>
              </a:spcBef>
              <a:spcAft>
                <a:spcPts val="0"/>
              </a:spcAft>
              <a:buClr>
                <a:srgbClr val="232425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152111D-76BB-66F2-AA81-160240B441FC}"/>
              </a:ext>
            </a:extLst>
          </p:cNvPr>
          <p:cNvSpPr/>
          <p:nvPr userDrawn="1"/>
        </p:nvSpPr>
        <p:spPr>
          <a:xfrm>
            <a:off x="423259" y="4767658"/>
            <a:ext cx="1505366" cy="31145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A4FA40A-A58E-1FFB-A925-07C2EE285342}"/>
              </a:ext>
            </a:extLst>
          </p:cNvPr>
          <p:cNvSpPr/>
          <p:nvPr userDrawn="1"/>
        </p:nvSpPr>
        <p:spPr>
          <a:xfrm>
            <a:off x="8030424" y="4812928"/>
            <a:ext cx="909873" cy="31145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*PICS/caption - FOUR images">
  <p:cSld name="*PICS/caption - FOUR images"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8"/>
          <p:cNvSpPr txBox="1">
            <a:spLocks noGrp="1"/>
          </p:cNvSpPr>
          <p:nvPr>
            <p:ph type="title"/>
          </p:nvPr>
        </p:nvSpPr>
        <p:spPr>
          <a:xfrm>
            <a:off x="457201" y="358378"/>
            <a:ext cx="8372901" cy="6217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232425"/>
              </a:buClr>
              <a:buSzPts val="2800"/>
              <a:buFont typeface="Arial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6" name="Google Shape;186;p28"/>
          <p:cNvSpPr txBox="1">
            <a:spLocks noGrp="1"/>
          </p:cNvSpPr>
          <p:nvPr>
            <p:ph type="sldNum" idx="12"/>
          </p:nvPr>
        </p:nvSpPr>
        <p:spPr>
          <a:xfrm>
            <a:off x="4343400" y="4855282"/>
            <a:ext cx="457200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7" name="Google Shape;187;p28"/>
          <p:cNvSpPr txBox="1">
            <a:spLocks noGrp="1"/>
          </p:cNvSpPr>
          <p:nvPr>
            <p:ph type="body" idx="1"/>
          </p:nvPr>
        </p:nvSpPr>
        <p:spPr>
          <a:xfrm>
            <a:off x="457201" y="1019437"/>
            <a:ext cx="8372901" cy="207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65A2"/>
              </a:buClr>
              <a:buSzPts val="2000"/>
              <a:buNone/>
              <a:defRPr sz="2000" b="1">
                <a:solidFill>
                  <a:srgbClr val="0065A2"/>
                </a:solidFill>
              </a:defRPr>
            </a:lvl1pPr>
            <a:lvl2pPr marL="914400" lvl="1" indent="-342900" algn="l">
              <a:spcBef>
                <a:spcPts val="0"/>
              </a:spcBef>
              <a:spcAft>
                <a:spcPts val="0"/>
              </a:spcAft>
              <a:buClr>
                <a:srgbClr val="232425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0"/>
              </a:spcBef>
              <a:spcAft>
                <a:spcPts val="0"/>
              </a:spcAft>
              <a:buClr>
                <a:srgbClr val="232425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0"/>
              </a:spcBef>
              <a:spcAft>
                <a:spcPts val="0"/>
              </a:spcAft>
              <a:buClr>
                <a:srgbClr val="232425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0"/>
              </a:spcBef>
              <a:spcAft>
                <a:spcPts val="0"/>
              </a:spcAft>
              <a:buClr>
                <a:srgbClr val="232425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8" name="Google Shape;188;p28"/>
          <p:cNvSpPr txBox="1"/>
          <p:nvPr/>
        </p:nvSpPr>
        <p:spPr>
          <a:xfrm>
            <a:off x="-1876478" y="0"/>
            <a:ext cx="1548931" cy="3385542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Instructions on replacing a current image:</a:t>
            </a:r>
            <a:endParaRPr/>
          </a:p>
          <a:p>
            <a:pPr marL="228600" marR="0" lvl="0" indent="-2286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AutoNum type="arabicPeriod"/>
            </a:pPr>
            <a:r>
              <a:rPr lang="en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Select and delete image and click the icon to insert a different image</a:t>
            </a:r>
            <a:endParaRPr/>
          </a:p>
          <a:p>
            <a:pPr marL="228600" marR="0" lvl="0" indent="-2286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AutoNum type="arabicPeriod"/>
            </a:pPr>
            <a:r>
              <a:rPr lang="en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Use the crop tool to position the image within the shape. 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28"/>
          <p:cNvSpPr>
            <a:spLocks noGrp="1"/>
          </p:cNvSpPr>
          <p:nvPr>
            <p:ph type="pic" idx="2"/>
          </p:nvPr>
        </p:nvSpPr>
        <p:spPr>
          <a:xfrm>
            <a:off x="487437" y="1420813"/>
            <a:ext cx="3790374" cy="1383425"/>
          </a:xfrm>
          <a:prstGeom prst="rect">
            <a:avLst/>
          </a:prstGeom>
          <a:solidFill>
            <a:srgbClr val="BFBFBF"/>
          </a:solidFill>
          <a:ln>
            <a:noFill/>
          </a:ln>
        </p:spPr>
      </p:sp>
      <p:sp>
        <p:nvSpPr>
          <p:cNvPr id="190" name="Google Shape;190;p28"/>
          <p:cNvSpPr txBox="1">
            <a:spLocks noGrp="1"/>
          </p:cNvSpPr>
          <p:nvPr>
            <p:ph type="body" idx="3"/>
          </p:nvPr>
        </p:nvSpPr>
        <p:spPr>
          <a:xfrm>
            <a:off x="487437" y="2822383"/>
            <a:ext cx="3840480" cy="2761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2425"/>
              </a:buClr>
              <a:buSzPts val="1200"/>
              <a:buFont typeface="Noto Sans Symbols"/>
              <a:buNone/>
              <a:defRPr sz="1200" b="0" cap="none"/>
            </a:lvl1pPr>
            <a:lvl2pPr marL="914400" lvl="1" indent="-342900" algn="l">
              <a:spcBef>
                <a:spcPts val="0"/>
              </a:spcBef>
              <a:spcAft>
                <a:spcPts val="0"/>
              </a:spcAft>
              <a:buClr>
                <a:srgbClr val="232425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0"/>
              </a:spcBef>
              <a:spcAft>
                <a:spcPts val="0"/>
              </a:spcAft>
              <a:buClr>
                <a:srgbClr val="232425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0"/>
              </a:spcBef>
              <a:spcAft>
                <a:spcPts val="0"/>
              </a:spcAft>
              <a:buClr>
                <a:srgbClr val="232425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0"/>
              </a:spcBef>
              <a:spcAft>
                <a:spcPts val="0"/>
              </a:spcAft>
              <a:buClr>
                <a:srgbClr val="232425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91" name="Google Shape;191;p28"/>
          <p:cNvSpPr>
            <a:spLocks noGrp="1"/>
          </p:cNvSpPr>
          <p:nvPr>
            <p:ph type="pic" idx="4"/>
          </p:nvPr>
        </p:nvSpPr>
        <p:spPr>
          <a:xfrm>
            <a:off x="4912432" y="1420813"/>
            <a:ext cx="3790374" cy="1383425"/>
          </a:xfrm>
          <a:prstGeom prst="rect">
            <a:avLst/>
          </a:prstGeom>
          <a:solidFill>
            <a:srgbClr val="BFBFBF"/>
          </a:solidFill>
          <a:ln>
            <a:noFill/>
          </a:ln>
        </p:spPr>
      </p:sp>
      <p:sp>
        <p:nvSpPr>
          <p:cNvPr id="192" name="Google Shape;192;p28"/>
          <p:cNvSpPr txBox="1">
            <a:spLocks noGrp="1"/>
          </p:cNvSpPr>
          <p:nvPr>
            <p:ph type="body" idx="5"/>
          </p:nvPr>
        </p:nvSpPr>
        <p:spPr>
          <a:xfrm>
            <a:off x="4912432" y="2822383"/>
            <a:ext cx="3840480" cy="2761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2425"/>
              </a:buClr>
              <a:buSzPts val="1200"/>
              <a:buFont typeface="Noto Sans Symbols"/>
              <a:buNone/>
              <a:defRPr sz="1200" b="0" cap="none"/>
            </a:lvl1pPr>
            <a:lvl2pPr marL="914400" lvl="1" indent="-342900" algn="l">
              <a:spcBef>
                <a:spcPts val="0"/>
              </a:spcBef>
              <a:spcAft>
                <a:spcPts val="0"/>
              </a:spcAft>
              <a:buClr>
                <a:srgbClr val="232425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0"/>
              </a:spcBef>
              <a:spcAft>
                <a:spcPts val="0"/>
              </a:spcAft>
              <a:buClr>
                <a:srgbClr val="232425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0"/>
              </a:spcBef>
              <a:spcAft>
                <a:spcPts val="0"/>
              </a:spcAft>
              <a:buClr>
                <a:srgbClr val="232425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0"/>
              </a:spcBef>
              <a:spcAft>
                <a:spcPts val="0"/>
              </a:spcAft>
              <a:buClr>
                <a:srgbClr val="232425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93" name="Google Shape;193;p28"/>
          <p:cNvSpPr>
            <a:spLocks noGrp="1"/>
          </p:cNvSpPr>
          <p:nvPr>
            <p:ph type="pic" idx="6"/>
          </p:nvPr>
        </p:nvSpPr>
        <p:spPr>
          <a:xfrm>
            <a:off x="487437" y="3097650"/>
            <a:ext cx="3790374" cy="1383425"/>
          </a:xfrm>
          <a:prstGeom prst="rect">
            <a:avLst/>
          </a:prstGeom>
          <a:solidFill>
            <a:srgbClr val="BFBFBF"/>
          </a:solidFill>
          <a:ln>
            <a:noFill/>
          </a:ln>
        </p:spPr>
      </p:sp>
      <p:sp>
        <p:nvSpPr>
          <p:cNvPr id="194" name="Google Shape;194;p28"/>
          <p:cNvSpPr txBox="1">
            <a:spLocks noGrp="1"/>
          </p:cNvSpPr>
          <p:nvPr>
            <p:ph type="body" idx="7"/>
          </p:nvPr>
        </p:nvSpPr>
        <p:spPr>
          <a:xfrm>
            <a:off x="487437" y="4502674"/>
            <a:ext cx="3840480" cy="2761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2425"/>
              </a:buClr>
              <a:buSzPts val="1200"/>
              <a:buFont typeface="Noto Sans Symbols"/>
              <a:buNone/>
              <a:defRPr sz="1200" b="0" cap="none"/>
            </a:lvl1pPr>
            <a:lvl2pPr marL="914400" lvl="1" indent="-342900" algn="l">
              <a:spcBef>
                <a:spcPts val="0"/>
              </a:spcBef>
              <a:spcAft>
                <a:spcPts val="0"/>
              </a:spcAft>
              <a:buClr>
                <a:srgbClr val="232425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0"/>
              </a:spcBef>
              <a:spcAft>
                <a:spcPts val="0"/>
              </a:spcAft>
              <a:buClr>
                <a:srgbClr val="232425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0"/>
              </a:spcBef>
              <a:spcAft>
                <a:spcPts val="0"/>
              </a:spcAft>
              <a:buClr>
                <a:srgbClr val="232425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0"/>
              </a:spcBef>
              <a:spcAft>
                <a:spcPts val="0"/>
              </a:spcAft>
              <a:buClr>
                <a:srgbClr val="232425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95" name="Google Shape;195;p28"/>
          <p:cNvSpPr>
            <a:spLocks noGrp="1"/>
          </p:cNvSpPr>
          <p:nvPr>
            <p:ph type="pic" idx="8"/>
          </p:nvPr>
        </p:nvSpPr>
        <p:spPr>
          <a:xfrm>
            <a:off x="4912432" y="3097650"/>
            <a:ext cx="3790374" cy="1383425"/>
          </a:xfrm>
          <a:prstGeom prst="rect">
            <a:avLst/>
          </a:prstGeom>
          <a:solidFill>
            <a:srgbClr val="BFBFBF"/>
          </a:solidFill>
          <a:ln>
            <a:noFill/>
          </a:ln>
        </p:spPr>
      </p:sp>
      <p:sp>
        <p:nvSpPr>
          <p:cNvPr id="196" name="Google Shape;196;p28"/>
          <p:cNvSpPr txBox="1">
            <a:spLocks noGrp="1"/>
          </p:cNvSpPr>
          <p:nvPr>
            <p:ph type="body" idx="9"/>
          </p:nvPr>
        </p:nvSpPr>
        <p:spPr>
          <a:xfrm>
            <a:off x="4912432" y="4505517"/>
            <a:ext cx="3840480" cy="2761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2425"/>
              </a:buClr>
              <a:buSzPts val="1200"/>
              <a:buFont typeface="Noto Sans Symbols"/>
              <a:buNone/>
              <a:defRPr sz="1200" b="0" cap="none"/>
            </a:lvl1pPr>
            <a:lvl2pPr marL="914400" lvl="1" indent="-342900" algn="l">
              <a:spcBef>
                <a:spcPts val="0"/>
              </a:spcBef>
              <a:spcAft>
                <a:spcPts val="0"/>
              </a:spcAft>
              <a:buClr>
                <a:srgbClr val="232425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0"/>
              </a:spcBef>
              <a:spcAft>
                <a:spcPts val="0"/>
              </a:spcAft>
              <a:buClr>
                <a:srgbClr val="232425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0"/>
              </a:spcBef>
              <a:spcAft>
                <a:spcPts val="0"/>
              </a:spcAft>
              <a:buClr>
                <a:srgbClr val="232425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0"/>
              </a:spcBef>
              <a:spcAft>
                <a:spcPts val="0"/>
              </a:spcAft>
              <a:buClr>
                <a:srgbClr val="232425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B3F971A-DBB3-2F21-490E-78BAE320FA36}"/>
              </a:ext>
            </a:extLst>
          </p:cNvPr>
          <p:cNvSpPr/>
          <p:nvPr userDrawn="1"/>
        </p:nvSpPr>
        <p:spPr>
          <a:xfrm>
            <a:off x="423259" y="4767658"/>
            <a:ext cx="1505366" cy="31145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07C356A-1B89-D1D0-FF78-6D07B9FC18CE}"/>
              </a:ext>
            </a:extLst>
          </p:cNvPr>
          <p:cNvSpPr/>
          <p:nvPr userDrawn="1"/>
        </p:nvSpPr>
        <p:spPr>
          <a:xfrm>
            <a:off x="8030424" y="4812928"/>
            <a:ext cx="909873" cy="31145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*Charts, Graphs, Tables">
  <p:cSld name="*Charts, Graphs, Tables"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9"/>
          <p:cNvSpPr txBox="1">
            <a:spLocks noGrp="1"/>
          </p:cNvSpPr>
          <p:nvPr>
            <p:ph type="title"/>
          </p:nvPr>
        </p:nvSpPr>
        <p:spPr>
          <a:xfrm>
            <a:off x="457201" y="358378"/>
            <a:ext cx="8372901" cy="6217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232425"/>
              </a:buClr>
              <a:buSzPts val="2800"/>
              <a:buFont typeface="Arial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9" name="Google Shape;199;p29"/>
          <p:cNvSpPr txBox="1">
            <a:spLocks noGrp="1"/>
          </p:cNvSpPr>
          <p:nvPr>
            <p:ph type="body" idx="1"/>
          </p:nvPr>
        </p:nvSpPr>
        <p:spPr>
          <a:xfrm>
            <a:off x="457201" y="1417579"/>
            <a:ext cx="8372901" cy="30223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45700" anchor="t" anchorCtr="0">
            <a:noAutofit/>
          </a:bodyPr>
          <a:lstStyle>
            <a:lvl1pPr marL="457200" lvl="0" indent="-342900" algn="l">
              <a:spcBef>
                <a:spcPts val="600"/>
              </a:spcBef>
              <a:spcAft>
                <a:spcPts val="0"/>
              </a:spcAft>
              <a:buClr>
                <a:srgbClr val="232425"/>
              </a:buClr>
              <a:buSzPts val="1800"/>
              <a:buChar char="▪"/>
              <a:defRPr/>
            </a:lvl1pPr>
            <a:lvl2pPr marL="914400" lvl="1" indent="-342900" algn="l">
              <a:spcBef>
                <a:spcPts val="0"/>
              </a:spcBef>
              <a:spcAft>
                <a:spcPts val="0"/>
              </a:spcAft>
              <a:buClr>
                <a:srgbClr val="232425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0"/>
              </a:spcBef>
              <a:spcAft>
                <a:spcPts val="0"/>
              </a:spcAft>
              <a:buClr>
                <a:srgbClr val="232425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0"/>
              </a:spcBef>
              <a:spcAft>
                <a:spcPts val="0"/>
              </a:spcAft>
              <a:buClr>
                <a:srgbClr val="232425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0"/>
              </a:spcBef>
              <a:spcAft>
                <a:spcPts val="0"/>
              </a:spcAft>
              <a:buClr>
                <a:srgbClr val="232425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0" name="Google Shape;200;p29"/>
          <p:cNvSpPr txBox="1">
            <a:spLocks noGrp="1"/>
          </p:cNvSpPr>
          <p:nvPr>
            <p:ph type="sldNum" idx="12"/>
          </p:nvPr>
        </p:nvSpPr>
        <p:spPr>
          <a:xfrm>
            <a:off x="4343400" y="4855282"/>
            <a:ext cx="457200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1" name="Google Shape;201;p29"/>
          <p:cNvSpPr txBox="1">
            <a:spLocks noGrp="1"/>
          </p:cNvSpPr>
          <p:nvPr>
            <p:ph type="body" idx="2"/>
          </p:nvPr>
        </p:nvSpPr>
        <p:spPr>
          <a:xfrm>
            <a:off x="457201" y="1019437"/>
            <a:ext cx="8372901" cy="3747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65A2"/>
              </a:buClr>
              <a:buSzPts val="2000"/>
              <a:buNone/>
              <a:defRPr sz="2000" b="1">
                <a:solidFill>
                  <a:srgbClr val="0065A2"/>
                </a:solidFill>
              </a:defRPr>
            </a:lvl1pPr>
            <a:lvl2pPr marL="914400" lvl="1" indent="-342900" algn="l">
              <a:spcBef>
                <a:spcPts val="0"/>
              </a:spcBef>
              <a:spcAft>
                <a:spcPts val="0"/>
              </a:spcAft>
              <a:buClr>
                <a:srgbClr val="232425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0"/>
              </a:spcBef>
              <a:spcAft>
                <a:spcPts val="0"/>
              </a:spcAft>
              <a:buClr>
                <a:srgbClr val="232425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0"/>
              </a:spcBef>
              <a:spcAft>
                <a:spcPts val="0"/>
              </a:spcAft>
              <a:buClr>
                <a:srgbClr val="232425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0"/>
              </a:spcBef>
              <a:spcAft>
                <a:spcPts val="0"/>
              </a:spcAft>
              <a:buClr>
                <a:srgbClr val="232425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2" name="Google Shape;202;p29"/>
          <p:cNvSpPr txBox="1">
            <a:spLocks noGrp="1"/>
          </p:cNvSpPr>
          <p:nvPr>
            <p:ph type="body" idx="3"/>
          </p:nvPr>
        </p:nvSpPr>
        <p:spPr>
          <a:xfrm>
            <a:off x="443573" y="4457863"/>
            <a:ext cx="3711039" cy="2407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spcBef>
                <a:spcPts val="600"/>
              </a:spcBef>
              <a:spcAft>
                <a:spcPts val="0"/>
              </a:spcAft>
              <a:buClr>
                <a:srgbClr val="232425"/>
              </a:buClr>
              <a:buSzPts val="1050"/>
              <a:buNone/>
              <a:defRPr sz="1050"/>
            </a:lvl1pPr>
            <a:lvl2pPr marL="914400" lvl="1" indent="-342900" algn="l">
              <a:spcBef>
                <a:spcPts val="0"/>
              </a:spcBef>
              <a:spcAft>
                <a:spcPts val="0"/>
              </a:spcAft>
              <a:buClr>
                <a:srgbClr val="232425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0"/>
              </a:spcBef>
              <a:spcAft>
                <a:spcPts val="0"/>
              </a:spcAft>
              <a:buClr>
                <a:srgbClr val="232425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0"/>
              </a:spcBef>
              <a:spcAft>
                <a:spcPts val="0"/>
              </a:spcAft>
              <a:buClr>
                <a:srgbClr val="232425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0"/>
              </a:spcBef>
              <a:spcAft>
                <a:spcPts val="0"/>
              </a:spcAft>
              <a:buClr>
                <a:srgbClr val="232425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787DD9C-2D35-5305-D6D3-5D6EA45F2EC7}"/>
              </a:ext>
            </a:extLst>
          </p:cNvPr>
          <p:cNvSpPr/>
          <p:nvPr userDrawn="1"/>
        </p:nvSpPr>
        <p:spPr>
          <a:xfrm>
            <a:off x="423259" y="4767658"/>
            <a:ext cx="1505366" cy="31145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9691253-6500-3F57-F336-46331C6D84CA}"/>
              </a:ext>
            </a:extLst>
          </p:cNvPr>
          <p:cNvSpPr/>
          <p:nvPr userDrawn="1"/>
        </p:nvSpPr>
        <p:spPr>
          <a:xfrm>
            <a:off x="8030424" y="4812928"/>
            <a:ext cx="909873" cy="31145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*Closing slide">
  <p:cSld name="*Closing slide"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" name="Google Shape;205;p30" descr="aerial view of Argonne with APS in front 5730-00068.jpg"/>
          <p:cNvPicPr preferRelativeResize="0"/>
          <p:nvPr/>
        </p:nvPicPr>
        <p:blipFill rotWithShape="1">
          <a:blip r:embed="rId2">
            <a:alphaModFix/>
          </a:blip>
          <a:srcRect t="10681" b="7135"/>
          <a:stretch/>
        </p:blipFill>
        <p:spPr>
          <a:xfrm>
            <a:off x="0" y="0"/>
            <a:ext cx="9144000" cy="4488688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30"/>
          <p:cNvSpPr txBox="1">
            <a:spLocks noGrp="1"/>
          </p:cNvSpPr>
          <p:nvPr>
            <p:ph type="body" idx="1"/>
          </p:nvPr>
        </p:nvSpPr>
        <p:spPr>
          <a:xfrm>
            <a:off x="0" y="-10684"/>
            <a:ext cx="9143999" cy="4499372"/>
          </a:xfrm>
          <a:prstGeom prst="rect">
            <a:avLst/>
          </a:prstGeom>
          <a:solidFill>
            <a:schemeClr val="accent2">
              <a:alpha val="89803"/>
            </a:schemeClr>
          </a:solidFill>
          <a:ln>
            <a:noFill/>
          </a:ln>
        </p:spPr>
        <p:txBody>
          <a:bodyPr spcFirstLastPara="1" wrap="square" lIns="457200" tIns="0" rIns="0" bIns="457200" anchor="ctr" anchorCtr="0">
            <a:noAutofit/>
          </a:bodyPr>
          <a:lstStyle>
            <a:lvl1pPr marL="457200" lvl="0" indent="-228600" algn="l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 b="1" cap="none">
                <a:solidFill>
                  <a:schemeClr val="lt1"/>
                </a:solidFill>
              </a:defRPr>
            </a:lvl1pPr>
            <a:lvl2pPr marL="914400" lvl="1" indent="-342900" algn="l">
              <a:spcBef>
                <a:spcPts val="0"/>
              </a:spcBef>
              <a:spcAft>
                <a:spcPts val="0"/>
              </a:spcAft>
              <a:buClr>
                <a:srgbClr val="232425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0"/>
              </a:spcBef>
              <a:spcAft>
                <a:spcPts val="0"/>
              </a:spcAft>
              <a:buClr>
                <a:srgbClr val="232425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0"/>
              </a:spcBef>
              <a:spcAft>
                <a:spcPts val="0"/>
              </a:spcAft>
              <a:buClr>
                <a:srgbClr val="232425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0"/>
              </a:spcBef>
              <a:spcAft>
                <a:spcPts val="0"/>
              </a:spcAft>
              <a:buClr>
                <a:srgbClr val="232425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7" name="Google Shape;207;p30"/>
          <p:cNvSpPr txBox="1"/>
          <p:nvPr/>
        </p:nvSpPr>
        <p:spPr>
          <a:xfrm>
            <a:off x="-991004" y="-1815882"/>
            <a:ext cx="3782000" cy="1600438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Suggested closing statement (optional):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WE START WITH YES.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AND END WITH THANK YOU.</a:t>
            </a:r>
            <a:endParaRPr/>
          </a:p>
          <a:p>
            <a:pPr marL="0" marR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DO YOU HAVE ANY BIG QUESTIONS?</a:t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*Video">
  <p:cSld name="*Video"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31"/>
          <p:cNvSpPr/>
          <p:nvPr/>
        </p:nvSpPr>
        <p:spPr>
          <a:xfrm>
            <a:off x="0" y="-5043"/>
            <a:ext cx="9144000" cy="5148543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31"/>
          <p:cNvSpPr txBox="1">
            <a:spLocks noGrp="1"/>
          </p:cNvSpPr>
          <p:nvPr>
            <p:ph type="title"/>
          </p:nvPr>
        </p:nvSpPr>
        <p:spPr>
          <a:xfrm>
            <a:off x="457201" y="386954"/>
            <a:ext cx="8372901" cy="604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 b="1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*Blank" type="blank">
  <p:cSld name="BLANK"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*Cover Option B">
  <p:cSld name="*Cover Option B">
    <p:bg>
      <p:bgPr>
        <a:solidFill>
          <a:schemeClr val="lt1"/>
        </a:solidFill>
        <a:effectLst/>
      </p:bgPr>
    </p:bg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" name="Google Shape;215;p33" descr="aerial view of Argonne with APS in front 5730-00068.jpg"/>
          <p:cNvPicPr preferRelativeResize="0"/>
          <p:nvPr/>
        </p:nvPicPr>
        <p:blipFill rotWithShape="1">
          <a:blip r:embed="rId2">
            <a:alphaModFix/>
          </a:blip>
          <a:srcRect t="10681" b="7135"/>
          <a:stretch/>
        </p:blipFill>
        <p:spPr>
          <a:xfrm>
            <a:off x="0" y="-20265"/>
            <a:ext cx="9144000" cy="4508954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33"/>
          <p:cNvSpPr txBox="1">
            <a:spLocks noGrp="1"/>
          </p:cNvSpPr>
          <p:nvPr>
            <p:ph type="body" idx="1"/>
          </p:nvPr>
        </p:nvSpPr>
        <p:spPr>
          <a:xfrm>
            <a:off x="0" y="-20265"/>
            <a:ext cx="9144000" cy="4508954"/>
          </a:xfrm>
          <a:prstGeom prst="rect">
            <a:avLst/>
          </a:prstGeom>
          <a:solidFill>
            <a:schemeClr val="accent2">
              <a:alpha val="84705"/>
            </a:schemeClr>
          </a:solidFill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28600" algn="l">
              <a:spcBef>
                <a:spcPts val="600"/>
              </a:spcBef>
              <a:spcAft>
                <a:spcPts val="0"/>
              </a:spcAft>
              <a:buClr>
                <a:srgbClr val="232425"/>
              </a:buClr>
              <a:buSzPts val="100"/>
              <a:buNone/>
              <a:defRPr sz="100"/>
            </a:lvl1pPr>
            <a:lvl2pPr marL="914400" lvl="1" indent="-342900" algn="l">
              <a:spcBef>
                <a:spcPts val="0"/>
              </a:spcBef>
              <a:spcAft>
                <a:spcPts val="0"/>
              </a:spcAft>
              <a:buClr>
                <a:srgbClr val="232425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0"/>
              </a:spcBef>
              <a:spcAft>
                <a:spcPts val="0"/>
              </a:spcAft>
              <a:buClr>
                <a:srgbClr val="232425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0"/>
              </a:spcBef>
              <a:spcAft>
                <a:spcPts val="0"/>
              </a:spcAft>
              <a:buClr>
                <a:srgbClr val="232425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0"/>
              </a:spcBef>
              <a:spcAft>
                <a:spcPts val="0"/>
              </a:spcAft>
              <a:buClr>
                <a:srgbClr val="232425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7" name="Google Shape;217;p33"/>
          <p:cNvSpPr>
            <a:spLocks noGrp="1"/>
          </p:cNvSpPr>
          <p:nvPr>
            <p:ph type="pic" idx="2"/>
          </p:nvPr>
        </p:nvSpPr>
        <p:spPr>
          <a:xfrm>
            <a:off x="4863726" y="1266825"/>
            <a:ext cx="4280275" cy="2029968"/>
          </a:xfrm>
          <a:prstGeom prst="rect">
            <a:avLst/>
          </a:prstGeom>
          <a:solidFill>
            <a:srgbClr val="BFBFBF"/>
          </a:solidFill>
          <a:ln>
            <a:noFill/>
          </a:ln>
        </p:spPr>
      </p:sp>
      <p:sp>
        <p:nvSpPr>
          <p:cNvPr id="218" name="Google Shape;218;p33"/>
          <p:cNvSpPr txBox="1">
            <a:spLocks noGrp="1"/>
          </p:cNvSpPr>
          <p:nvPr>
            <p:ph type="title"/>
          </p:nvPr>
        </p:nvSpPr>
        <p:spPr>
          <a:xfrm>
            <a:off x="1" y="1266825"/>
            <a:ext cx="4863724" cy="202996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457200" tIns="0" rIns="91425" bIns="0" anchor="ctr" anchorCtr="0">
            <a:normAutofit/>
          </a:bodyPr>
          <a:lstStyle>
            <a:lvl1pPr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 sz="2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9" name="Google Shape;219;p33"/>
          <p:cNvSpPr txBox="1">
            <a:spLocks noGrp="1"/>
          </p:cNvSpPr>
          <p:nvPr>
            <p:ph type="body" idx="3"/>
          </p:nvPr>
        </p:nvSpPr>
        <p:spPr>
          <a:xfrm>
            <a:off x="1" y="153714"/>
            <a:ext cx="5851526" cy="9691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00" tIns="0" rIns="274300" bIns="45700" anchor="ctr" anchorCtr="0">
            <a:noAutofit/>
          </a:bodyPr>
          <a:lstStyle>
            <a:lvl1pPr marL="457200" lvl="0" indent="-228600" algn="l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cap="none">
                <a:solidFill>
                  <a:schemeClr val="lt1"/>
                </a:solidFill>
              </a:defRPr>
            </a:lvl1pPr>
            <a:lvl2pPr marL="914400" lvl="1" indent="-342900" algn="l">
              <a:spcBef>
                <a:spcPts val="0"/>
              </a:spcBef>
              <a:spcAft>
                <a:spcPts val="0"/>
              </a:spcAft>
              <a:buClr>
                <a:srgbClr val="232425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0"/>
              </a:spcBef>
              <a:spcAft>
                <a:spcPts val="0"/>
              </a:spcAft>
              <a:buClr>
                <a:srgbClr val="232425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0"/>
              </a:spcBef>
              <a:spcAft>
                <a:spcPts val="0"/>
              </a:spcAft>
              <a:buClr>
                <a:srgbClr val="232425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0"/>
              </a:spcBef>
              <a:spcAft>
                <a:spcPts val="0"/>
              </a:spcAft>
              <a:buClr>
                <a:srgbClr val="232425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0" name="Google Shape;220;p33"/>
          <p:cNvSpPr txBox="1">
            <a:spLocks noGrp="1"/>
          </p:cNvSpPr>
          <p:nvPr>
            <p:ph type="body" idx="4"/>
          </p:nvPr>
        </p:nvSpPr>
        <p:spPr>
          <a:xfrm>
            <a:off x="469901" y="3437210"/>
            <a:ext cx="2692871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marL="457200" lvl="0" indent="-228600" algn="l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 b="1" cap="none">
                <a:solidFill>
                  <a:schemeClr val="lt1"/>
                </a:solidFill>
              </a:defRPr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Clr>
                <a:srgbClr val="232425"/>
              </a:buClr>
              <a:buSzPts val="1800"/>
              <a:buNone/>
              <a:defRPr/>
            </a:lvl2pPr>
            <a:lvl3pPr marL="1371600" lvl="2" indent="-228600" algn="l">
              <a:spcBef>
                <a:spcPts val="1800"/>
              </a:spcBef>
              <a:spcAft>
                <a:spcPts val="0"/>
              </a:spcAft>
              <a:buClr>
                <a:srgbClr val="232425"/>
              </a:buClr>
              <a:buSzPts val="1800"/>
              <a:buNone/>
              <a:defRPr/>
            </a:lvl3pPr>
            <a:lvl4pPr marL="1828800" lvl="3" indent="-342900" algn="l">
              <a:spcBef>
                <a:spcPts val="0"/>
              </a:spcBef>
              <a:spcAft>
                <a:spcPts val="0"/>
              </a:spcAft>
              <a:buClr>
                <a:srgbClr val="232425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0"/>
              </a:spcBef>
              <a:spcAft>
                <a:spcPts val="0"/>
              </a:spcAft>
              <a:buClr>
                <a:srgbClr val="232425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1" name="Google Shape;221;p33"/>
          <p:cNvSpPr txBox="1">
            <a:spLocks noGrp="1"/>
          </p:cNvSpPr>
          <p:nvPr>
            <p:ph type="body" idx="5"/>
          </p:nvPr>
        </p:nvSpPr>
        <p:spPr>
          <a:xfrm>
            <a:off x="469901" y="3720288"/>
            <a:ext cx="2692871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45700" anchor="t" anchorCtr="0">
            <a:normAutofit/>
          </a:bodyPr>
          <a:lstStyle>
            <a:lvl1pPr marL="457200" lvl="0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marL="914400" lvl="1" indent="-228600" algn="l">
              <a:spcBef>
                <a:spcPts val="1800"/>
              </a:spcBef>
              <a:spcAft>
                <a:spcPts val="0"/>
              </a:spcAft>
              <a:buClr>
                <a:srgbClr val="232425"/>
              </a:buClr>
              <a:buSzPts val="1800"/>
              <a:buNone/>
              <a:defRPr/>
            </a:lvl2pPr>
            <a:lvl3pPr marL="1371600" lvl="2" indent="-342900" algn="l">
              <a:spcBef>
                <a:spcPts val="0"/>
              </a:spcBef>
              <a:spcAft>
                <a:spcPts val="0"/>
              </a:spcAft>
              <a:buClr>
                <a:srgbClr val="232425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0"/>
              </a:spcBef>
              <a:spcAft>
                <a:spcPts val="0"/>
              </a:spcAft>
              <a:buClr>
                <a:srgbClr val="232425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0"/>
              </a:spcBef>
              <a:spcAft>
                <a:spcPts val="0"/>
              </a:spcAft>
              <a:buClr>
                <a:srgbClr val="232425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2" name="Google Shape;222;p33"/>
          <p:cNvSpPr txBox="1">
            <a:spLocks noGrp="1"/>
          </p:cNvSpPr>
          <p:nvPr>
            <p:ph type="body" idx="6"/>
          </p:nvPr>
        </p:nvSpPr>
        <p:spPr>
          <a:xfrm>
            <a:off x="3417372" y="3437210"/>
            <a:ext cx="2692871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marL="457200" lvl="0" indent="-228600" algn="l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 b="1" cap="none">
                <a:solidFill>
                  <a:schemeClr val="lt1"/>
                </a:solidFill>
              </a:defRPr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Clr>
                <a:srgbClr val="232425"/>
              </a:buClr>
              <a:buSzPts val="1800"/>
              <a:buNone/>
              <a:defRPr/>
            </a:lvl2pPr>
            <a:lvl3pPr marL="1371600" lvl="2" indent="-228600" algn="l">
              <a:spcBef>
                <a:spcPts val="1800"/>
              </a:spcBef>
              <a:spcAft>
                <a:spcPts val="0"/>
              </a:spcAft>
              <a:buClr>
                <a:srgbClr val="232425"/>
              </a:buClr>
              <a:buSzPts val="1800"/>
              <a:buNone/>
              <a:defRPr/>
            </a:lvl3pPr>
            <a:lvl4pPr marL="1828800" lvl="3" indent="-342900" algn="l">
              <a:spcBef>
                <a:spcPts val="0"/>
              </a:spcBef>
              <a:spcAft>
                <a:spcPts val="0"/>
              </a:spcAft>
              <a:buClr>
                <a:srgbClr val="232425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0"/>
              </a:spcBef>
              <a:spcAft>
                <a:spcPts val="0"/>
              </a:spcAft>
              <a:buClr>
                <a:srgbClr val="232425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3" name="Google Shape;223;p33"/>
          <p:cNvSpPr txBox="1">
            <a:spLocks noGrp="1"/>
          </p:cNvSpPr>
          <p:nvPr>
            <p:ph type="body" idx="7"/>
          </p:nvPr>
        </p:nvSpPr>
        <p:spPr>
          <a:xfrm>
            <a:off x="3417372" y="3720288"/>
            <a:ext cx="2692871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45700" anchor="t" anchorCtr="0">
            <a:normAutofit/>
          </a:bodyPr>
          <a:lstStyle>
            <a:lvl1pPr marL="457200" lvl="0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>
                <a:solidFill>
                  <a:schemeClr val="lt1"/>
                </a:solidFill>
              </a:defRPr>
            </a:lvl1pPr>
            <a:lvl2pPr marL="914400" lvl="1" indent="-228600" algn="l">
              <a:spcBef>
                <a:spcPts val="1800"/>
              </a:spcBef>
              <a:spcAft>
                <a:spcPts val="0"/>
              </a:spcAft>
              <a:buClr>
                <a:srgbClr val="232425"/>
              </a:buClr>
              <a:buSzPts val="1800"/>
              <a:buNone/>
              <a:defRPr/>
            </a:lvl2pPr>
            <a:lvl3pPr marL="1371600" lvl="2" indent="-342900" algn="l">
              <a:spcBef>
                <a:spcPts val="0"/>
              </a:spcBef>
              <a:spcAft>
                <a:spcPts val="0"/>
              </a:spcAft>
              <a:buClr>
                <a:srgbClr val="232425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0"/>
              </a:spcBef>
              <a:spcAft>
                <a:spcPts val="0"/>
              </a:spcAft>
              <a:buClr>
                <a:srgbClr val="232425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0"/>
              </a:spcBef>
              <a:spcAft>
                <a:spcPts val="0"/>
              </a:spcAft>
              <a:buClr>
                <a:srgbClr val="232425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4" name="Google Shape;224;p33"/>
          <p:cNvSpPr txBox="1">
            <a:spLocks noGrp="1"/>
          </p:cNvSpPr>
          <p:nvPr>
            <p:ph type="body" idx="8"/>
          </p:nvPr>
        </p:nvSpPr>
        <p:spPr>
          <a:xfrm>
            <a:off x="6360197" y="3437210"/>
            <a:ext cx="2692871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marL="457200" lvl="0" indent="-228600" algn="l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 b="1" cap="none">
                <a:solidFill>
                  <a:schemeClr val="lt1"/>
                </a:solidFill>
              </a:defRPr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Clr>
                <a:srgbClr val="232425"/>
              </a:buClr>
              <a:buSzPts val="1800"/>
              <a:buNone/>
              <a:defRPr/>
            </a:lvl2pPr>
            <a:lvl3pPr marL="1371600" lvl="2" indent="-228600" algn="l">
              <a:spcBef>
                <a:spcPts val="1800"/>
              </a:spcBef>
              <a:spcAft>
                <a:spcPts val="0"/>
              </a:spcAft>
              <a:buClr>
                <a:srgbClr val="232425"/>
              </a:buClr>
              <a:buSzPts val="1800"/>
              <a:buNone/>
              <a:defRPr/>
            </a:lvl3pPr>
            <a:lvl4pPr marL="1828800" lvl="3" indent="-342900" algn="l">
              <a:spcBef>
                <a:spcPts val="0"/>
              </a:spcBef>
              <a:spcAft>
                <a:spcPts val="0"/>
              </a:spcAft>
              <a:buClr>
                <a:srgbClr val="232425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0"/>
              </a:spcBef>
              <a:spcAft>
                <a:spcPts val="0"/>
              </a:spcAft>
              <a:buClr>
                <a:srgbClr val="232425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5" name="Google Shape;225;p33"/>
          <p:cNvSpPr txBox="1">
            <a:spLocks noGrp="1"/>
          </p:cNvSpPr>
          <p:nvPr>
            <p:ph type="body" idx="9"/>
          </p:nvPr>
        </p:nvSpPr>
        <p:spPr>
          <a:xfrm>
            <a:off x="6360197" y="3720288"/>
            <a:ext cx="2692871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45700" anchor="t" anchorCtr="0">
            <a:normAutofit/>
          </a:bodyPr>
          <a:lstStyle>
            <a:lvl1pPr marL="457200" lvl="0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>
                <a:solidFill>
                  <a:schemeClr val="lt1"/>
                </a:solidFill>
              </a:defRPr>
            </a:lvl1pPr>
            <a:lvl2pPr marL="914400" lvl="1" indent="-228600" algn="l">
              <a:spcBef>
                <a:spcPts val="1800"/>
              </a:spcBef>
              <a:spcAft>
                <a:spcPts val="0"/>
              </a:spcAft>
              <a:buClr>
                <a:srgbClr val="232425"/>
              </a:buClr>
              <a:buSzPts val="1800"/>
              <a:buNone/>
              <a:defRPr/>
            </a:lvl2pPr>
            <a:lvl3pPr marL="1371600" lvl="2" indent="-342900" algn="l">
              <a:spcBef>
                <a:spcPts val="0"/>
              </a:spcBef>
              <a:spcAft>
                <a:spcPts val="0"/>
              </a:spcAft>
              <a:buClr>
                <a:srgbClr val="232425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0"/>
              </a:spcBef>
              <a:spcAft>
                <a:spcPts val="0"/>
              </a:spcAft>
              <a:buClr>
                <a:srgbClr val="232425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0"/>
              </a:spcBef>
              <a:spcAft>
                <a:spcPts val="0"/>
              </a:spcAft>
              <a:buClr>
                <a:srgbClr val="232425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6" name="Google Shape;226;p33"/>
          <p:cNvSpPr txBox="1">
            <a:spLocks noGrp="1"/>
          </p:cNvSpPr>
          <p:nvPr>
            <p:ph type="body" idx="13"/>
          </p:nvPr>
        </p:nvSpPr>
        <p:spPr>
          <a:xfrm>
            <a:off x="-1" y="1266825"/>
            <a:ext cx="239714" cy="202996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28600" algn="l">
              <a:spcBef>
                <a:spcPts val="600"/>
              </a:spcBef>
              <a:spcAft>
                <a:spcPts val="0"/>
              </a:spcAft>
              <a:buClr>
                <a:srgbClr val="232425"/>
              </a:buClr>
              <a:buSzPts val="100"/>
              <a:buNone/>
              <a:defRPr sz="100"/>
            </a:lvl1pPr>
            <a:lvl2pPr marL="914400" lvl="1" indent="-342900" algn="l">
              <a:spcBef>
                <a:spcPts val="0"/>
              </a:spcBef>
              <a:spcAft>
                <a:spcPts val="0"/>
              </a:spcAft>
              <a:buClr>
                <a:srgbClr val="232425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0"/>
              </a:spcBef>
              <a:spcAft>
                <a:spcPts val="0"/>
              </a:spcAft>
              <a:buClr>
                <a:srgbClr val="232425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0"/>
              </a:spcBef>
              <a:spcAft>
                <a:spcPts val="0"/>
              </a:spcAft>
              <a:buClr>
                <a:srgbClr val="232425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0"/>
              </a:spcBef>
              <a:spcAft>
                <a:spcPts val="0"/>
              </a:spcAft>
              <a:buClr>
                <a:srgbClr val="232425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7" name="Google Shape;227;p33"/>
          <p:cNvSpPr txBox="1"/>
          <p:nvPr/>
        </p:nvSpPr>
        <p:spPr>
          <a:xfrm>
            <a:off x="-1876478" y="0"/>
            <a:ext cx="1548931" cy="3385542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Instructions on replacing a current image:</a:t>
            </a:r>
            <a:endParaRPr/>
          </a:p>
          <a:p>
            <a:pPr marL="228600" marR="0" lvl="0" indent="-2286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AutoNum type="arabicPeriod"/>
            </a:pPr>
            <a:r>
              <a:rPr lang="en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Select and delete image and click the icon to insert a different image</a:t>
            </a:r>
            <a:endParaRPr/>
          </a:p>
          <a:p>
            <a:pPr marL="228600" marR="0" lvl="0" indent="-2286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AutoNum type="arabicPeriod"/>
            </a:pPr>
            <a:r>
              <a:rPr lang="en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Use the crop tool to position the image within the shape. 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*Cover Option C">
  <p:cSld name="*Cover Option C">
    <p:bg>
      <p:bgPr>
        <a:solidFill>
          <a:schemeClr val="lt1"/>
        </a:solidFill>
        <a:effectLst/>
      </p:bgPr>
    </p:bg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0" name="Google Shape;230;p34" descr="C:\Users\amiesen\Desktop\anlrgbpptlogo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397976" y="82331"/>
            <a:ext cx="1557337" cy="561027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34"/>
          <p:cNvSpPr txBox="1">
            <a:spLocks noGrp="1"/>
          </p:cNvSpPr>
          <p:nvPr>
            <p:ph type="body" idx="1"/>
          </p:nvPr>
        </p:nvSpPr>
        <p:spPr>
          <a:xfrm>
            <a:off x="469901" y="3709174"/>
            <a:ext cx="2692871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marL="457200" lvl="0" indent="-228600" algn="l">
              <a:spcBef>
                <a:spcPts val="600"/>
              </a:spcBef>
              <a:spcAft>
                <a:spcPts val="0"/>
              </a:spcAft>
              <a:buClr>
                <a:srgbClr val="47484A"/>
              </a:buClr>
              <a:buSzPts val="1400"/>
              <a:buNone/>
              <a:defRPr sz="1400" b="1" cap="none">
                <a:solidFill>
                  <a:srgbClr val="47484A"/>
                </a:solidFill>
              </a:defRPr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Clr>
                <a:srgbClr val="232425"/>
              </a:buClr>
              <a:buSzPts val="1800"/>
              <a:buNone/>
              <a:defRPr/>
            </a:lvl2pPr>
            <a:lvl3pPr marL="1371600" lvl="2" indent="-228600" algn="l">
              <a:spcBef>
                <a:spcPts val="1800"/>
              </a:spcBef>
              <a:spcAft>
                <a:spcPts val="0"/>
              </a:spcAft>
              <a:buClr>
                <a:srgbClr val="232425"/>
              </a:buClr>
              <a:buSzPts val="1800"/>
              <a:buNone/>
              <a:defRPr/>
            </a:lvl3pPr>
            <a:lvl4pPr marL="1828800" lvl="3" indent="-342900" algn="l">
              <a:spcBef>
                <a:spcPts val="0"/>
              </a:spcBef>
              <a:spcAft>
                <a:spcPts val="0"/>
              </a:spcAft>
              <a:buClr>
                <a:srgbClr val="232425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0"/>
              </a:spcBef>
              <a:spcAft>
                <a:spcPts val="0"/>
              </a:spcAft>
              <a:buClr>
                <a:srgbClr val="232425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32" name="Google Shape;232;p34"/>
          <p:cNvSpPr txBox="1">
            <a:spLocks noGrp="1"/>
          </p:cNvSpPr>
          <p:nvPr>
            <p:ph type="body" idx="2"/>
          </p:nvPr>
        </p:nvSpPr>
        <p:spPr>
          <a:xfrm>
            <a:off x="469901" y="3992251"/>
            <a:ext cx="2692871" cy="5600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45700" anchor="t" anchorCtr="0">
            <a:normAutofit/>
          </a:bodyPr>
          <a:lstStyle>
            <a:lvl1pPr marL="457200" lvl="0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47484A"/>
              </a:buClr>
              <a:buSzPts val="1400"/>
              <a:buNone/>
              <a:defRPr sz="1400">
                <a:solidFill>
                  <a:srgbClr val="47484A"/>
                </a:solidFill>
              </a:defRPr>
            </a:lvl1pPr>
            <a:lvl2pPr marL="914400" lvl="1" indent="-228600" algn="l">
              <a:spcBef>
                <a:spcPts val="1800"/>
              </a:spcBef>
              <a:spcAft>
                <a:spcPts val="0"/>
              </a:spcAft>
              <a:buClr>
                <a:srgbClr val="232425"/>
              </a:buClr>
              <a:buSzPts val="1800"/>
              <a:buNone/>
              <a:defRPr/>
            </a:lvl2pPr>
            <a:lvl3pPr marL="1371600" lvl="2" indent="-342900" algn="l">
              <a:spcBef>
                <a:spcPts val="0"/>
              </a:spcBef>
              <a:spcAft>
                <a:spcPts val="0"/>
              </a:spcAft>
              <a:buClr>
                <a:srgbClr val="232425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0"/>
              </a:spcBef>
              <a:spcAft>
                <a:spcPts val="0"/>
              </a:spcAft>
              <a:buClr>
                <a:srgbClr val="232425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0"/>
              </a:spcBef>
              <a:spcAft>
                <a:spcPts val="0"/>
              </a:spcAft>
              <a:buClr>
                <a:srgbClr val="232425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33" name="Google Shape;233;p34"/>
          <p:cNvSpPr txBox="1">
            <a:spLocks noGrp="1"/>
          </p:cNvSpPr>
          <p:nvPr>
            <p:ph type="body" idx="3"/>
          </p:nvPr>
        </p:nvSpPr>
        <p:spPr>
          <a:xfrm>
            <a:off x="3417372" y="3709174"/>
            <a:ext cx="2692871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marL="457200" lvl="0" indent="-228600" algn="l">
              <a:spcBef>
                <a:spcPts val="600"/>
              </a:spcBef>
              <a:spcAft>
                <a:spcPts val="0"/>
              </a:spcAft>
              <a:buClr>
                <a:srgbClr val="47484A"/>
              </a:buClr>
              <a:buSzPts val="1400"/>
              <a:buFont typeface="Arial"/>
              <a:buNone/>
              <a:defRPr sz="1400" b="1" cap="none">
                <a:solidFill>
                  <a:srgbClr val="47484A"/>
                </a:solidFill>
              </a:defRPr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Clr>
                <a:srgbClr val="232425"/>
              </a:buClr>
              <a:buSzPts val="1800"/>
              <a:buNone/>
              <a:defRPr/>
            </a:lvl2pPr>
            <a:lvl3pPr marL="1371600" lvl="2" indent="-228600" algn="l">
              <a:spcBef>
                <a:spcPts val="1800"/>
              </a:spcBef>
              <a:spcAft>
                <a:spcPts val="0"/>
              </a:spcAft>
              <a:buClr>
                <a:srgbClr val="232425"/>
              </a:buClr>
              <a:buSzPts val="1800"/>
              <a:buNone/>
              <a:defRPr/>
            </a:lvl3pPr>
            <a:lvl4pPr marL="1828800" lvl="3" indent="-342900" algn="l">
              <a:spcBef>
                <a:spcPts val="0"/>
              </a:spcBef>
              <a:spcAft>
                <a:spcPts val="0"/>
              </a:spcAft>
              <a:buClr>
                <a:srgbClr val="232425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0"/>
              </a:spcBef>
              <a:spcAft>
                <a:spcPts val="0"/>
              </a:spcAft>
              <a:buClr>
                <a:srgbClr val="232425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34" name="Google Shape;234;p34"/>
          <p:cNvSpPr txBox="1">
            <a:spLocks noGrp="1"/>
          </p:cNvSpPr>
          <p:nvPr>
            <p:ph type="body" idx="4"/>
          </p:nvPr>
        </p:nvSpPr>
        <p:spPr>
          <a:xfrm>
            <a:off x="3417372" y="3992251"/>
            <a:ext cx="2692871" cy="5600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45700" anchor="t" anchorCtr="0">
            <a:normAutofit/>
          </a:bodyPr>
          <a:lstStyle>
            <a:lvl1pPr marL="457200" lvl="0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47484A"/>
              </a:buClr>
              <a:buSzPts val="1400"/>
              <a:buFont typeface="Arial"/>
              <a:buNone/>
              <a:defRPr sz="1400">
                <a:solidFill>
                  <a:srgbClr val="47484A"/>
                </a:solidFill>
              </a:defRPr>
            </a:lvl1pPr>
            <a:lvl2pPr marL="914400" lvl="1" indent="-228600" algn="l">
              <a:spcBef>
                <a:spcPts val="1800"/>
              </a:spcBef>
              <a:spcAft>
                <a:spcPts val="0"/>
              </a:spcAft>
              <a:buClr>
                <a:srgbClr val="232425"/>
              </a:buClr>
              <a:buSzPts val="1800"/>
              <a:buNone/>
              <a:defRPr/>
            </a:lvl2pPr>
            <a:lvl3pPr marL="1371600" lvl="2" indent="-342900" algn="l">
              <a:spcBef>
                <a:spcPts val="0"/>
              </a:spcBef>
              <a:spcAft>
                <a:spcPts val="0"/>
              </a:spcAft>
              <a:buClr>
                <a:srgbClr val="232425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0"/>
              </a:spcBef>
              <a:spcAft>
                <a:spcPts val="0"/>
              </a:spcAft>
              <a:buClr>
                <a:srgbClr val="232425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0"/>
              </a:spcBef>
              <a:spcAft>
                <a:spcPts val="0"/>
              </a:spcAft>
              <a:buClr>
                <a:srgbClr val="232425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35" name="Google Shape;235;p34"/>
          <p:cNvSpPr>
            <a:spLocks noGrp="1"/>
          </p:cNvSpPr>
          <p:nvPr>
            <p:ph type="pic" idx="5"/>
          </p:nvPr>
        </p:nvSpPr>
        <p:spPr>
          <a:xfrm>
            <a:off x="218127" y="674681"/>
            <a:ext cx="8925874" cy="2071151"/>
          </a:xfrm>
          <a:prstGeom prst="rect">
            <a:avLst/>
          </a:prstGeom>
          <a:solidFill>
            <a:srgbClr val="BFBFBF"/>
          </a:solidFill>
          <a:ln>
            <a:noFill/>
          </a:ln>
        </p:spPr>
      </p:sp>
      <p:sp>
        <p:nvSpPr>
          <p:cNvPr id="236" name="Google Shape;236;p34"/>
          <p:cNvSpPr txBox="1">
            <a:spLocks noGrp="1"/>
          </p:cNvSpPr>
          <p:nvPr>
            <p:ph type="title"/>
          </p:nvPr>
        </p:nvSpPr>
        <p:spPr>
          <a:xfrm>
            <a:off x="469900" y="2794775"/>
            <a:ext cx="8452904" cy="64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91425" bIns="0" anchor="b" anchorCtr="0">
            <a:normAutofit/>
          </a:bodyPr>
          <a:lstStyle>
            <a:lvl1pPr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232425"/>
              </a:buClr>
              <a:buSzPts val="2800"/>
              <a:buFont typeface="Arial"/>
              <a:buNone/>
              <a:defRPr sz="2800">
                <a:solidFill>
                  <a:srgbClr val="23242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7" name="Google Shape;237;p34"/>
          <p:cNvSpPr txBox="1">
            <a:spLocks noGrp="1"/>
          </p:cNvSpPr>
          <p:nvPr>
            <p:ph type="body" idx="6"/>
          </p:nvPr>
        </p:nvSpPr>
        <p:spPr>
          <a:xfrm>
            <a:off x="6360197" y="3709174"/>
            <a:ext cx="2692871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marL="457200" lvl="0" indent="-228600" algn="l">
              <a:spcBef>
                <a:spcPts val="600"/>
              </a:spcBef>
              <a:spcAft>
                <a:spcPts val="0"/>
              </a:spcAft>
              <a:buClr>
                <a:srgbClr val="47484A"/>
              </a:buClr>
              <a:buSzPts val="1400"/>
              <a:buFont typeface="Arial"/>
              <a:buNone/>
              <a:defRPr sz="1400" b="1" cap="none">
                <a:solidFill>
                  <a:srgbClr val="47484A"/>
                </a:solidFill>
              </a:defRPr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Clr>
                <a:srgbClr val="232425"/>
              </a:buClr>
              <a:buSzPts val="1800"/>
              <a:buNone/>
              <a:defRPr/>
            </a:lvl2pPr>
            <a:lvl3pPr marL="1371600" lvl="2" indent="-228600" algn="l">
              <a:spcBef>
                <a:spcPts val="1800"/>
              </a:spcBef>
              <a:spcAft>
                <a:spcPts val="0"/>
              </a:spcAft>
              <a:buClr>
                <a:srgbClr val="232425"/>
              </a:buClr>
              <a:buSzPts val="1800"/>
              <a:buNone/>
              <a:defRPr/>
            </a:lvl3pPr>
            <a:lvl4pPr marL="1828800" lvl="3" indent="-342900" algn="l">
              <a:spcBef>
                <a:spcPts val="0"/>
              </a:spcBef>
              <a:spcAft>
                <a:spcPts val="0"/>
              </a:spcAft>
              <a:buClr>
                <a:srgbClr val="232425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0"/>
              </a:spcBef>
              <a:spcAft>
                <a:spcPts val="0"/>
              </a:spcAft>
              <a:buClr>
                <a:srgbClr val="232425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38" name="Google Shape;238;p34"/>
          <p:cNvSpPr txBox="1">
            <a:spLocks noGrp="1"/>
          </p:cNvSpPr>
          <p:nvPr>
            <p:ph type="body" idx="7"/>
          </p:nvPr>
        </p:nvSpPr>
        <p:spPr>
          <a:xfrm>
            <a:off x="6360197" y="3992251"/>
            <a:ext cx="2692871" cy="5600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45700" anchor="t" anchorCtr="0">
            <a:normAutofit/>
          </a:bodyPr>
          <a:lstStyle>
            <a:lvl1pPr marL="457200" lvl="0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47484A"/>
              </a:buClr>
              <a:buSzPts val="1400"/>
              <a:buFont typeface="Arial"/>
              <a:buNone/>
              <a:defRPr sz="1400">
                <a:solidFill>
                  <a:srgbClr val="47484A"/>
                </a:solidFill>
              </a:defRPr>
            </a:lvl1pPr>
            <a:lvl2pPr marL="914400" lvl="1" indent="-228600" algn="l">
              <a:spcBef>
                <a:spcPts val="1800"/>
              </a:spcBef>
              <a:spcAft>
                <a:spcPts val="0"/>
              </a:spcAft>
              <a:buClr>
                <a:srgbClr val="232425"/>
              </a:buClr>
              <a:buSzPts val="1800"/>
              <a:buNone/>
              <a:defRPr/>
            </a:lvl2pPr>
            <a:lvl3pPr marL="1371600" lvl="2" indent="-342900" algn="l">
              <a:spcBef>
                <a:spcPts val="0"/>
              </a:spcBef>
              <a:spcAft>
                <a:spcPts val="0"/>
              </a:spcAft>
              <a:buClr>
                <a:srgbClr val="232425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0"/>
              </a:spcBef>
              <a:spcAft>
                <a:spcPts val="0"/>
              </a:spcAft>
              <a:buClr>
                <a:srgbClr val="232425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0"/>
              </a:spcBef>
              <a:spcAft>
                <a:spcPts val="0"/>
              </a:spcAft>
              <a:buClr>
                <a:srgbClr val="232425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39" name="Google Shape;239;p34"/>
          <p:cNvSpPr txBox="1">
            <a:spLocks noGrp="1"/>
          </p:cNvSpPr>
          <p:nvPr>
            <p:ph type="body" idx="8"/>
          </p:nvPr>
        </p:nvSpPr>
        <p:spPr>
          <a:xfrm>
            <a:off x="469900" y="3441935"/>
            <a:ext cx="8484914" cy="2483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45700" anchor="t" anchorCtr="0">
            <a:noAutofit/>
          </a:bodyPr>
          <a:lstStyle>
            <a:lvl1pPr marL="457200" lvl="0" indent="-228600" algn="l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b="1">
                <a:solidFill>
                  <a:schemeClr val="accent2"/>
                </a:solidFill>
              </a:defRPr>
            </a:lvl1pPr>
            <a:lvl2pPr marL="914400" lvl="1" indent="-342900" algn="l">
              <a:spcBef>
                <a:spcPts val="0"/>
              </a:spcBef>
              <a:spcAft>
                <a:spcPts val="0"/>
              </a:spcAft>
              <a:buClr>
                <a:srgbClr val="232425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0"/>
              </a:spcBef>
              <a:spcAft>
                <a:spcPts val="0"/>
              </a:spcAft>
              <a:buClr>
                <a:srgbClr val="232425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0"/>
              </a:spcBef>
              <a:spcAft>
                <a:spcPts val="0"/>
              </a:spcAft>
              <a:buClr>
                <a:srgbClr val="232425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0"/>
              </a:spcBef>
              <a:spcAft>
                <a:spcPts val="0"/>
              </a:spcAft>
              <a:buClr>
                <a:srgbClr val="232425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0" name="Google Shape;240;p34"/>
          <p:cNvSpPr txBox="1">
            <a:spLocks noGrp="1"/>
          </p:cNvSpPr>
          <p:nvPr>
            <p:ph type="body" idx="9"/>
          </p:nvPr>
        </p:nvSpPr>
        <p:spPr>
          <a:xfrm>
            <a:off x="2" y="674680"/>
            <a:ext cx="224589" cy="207111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28600" algn="l">
              <a:spcBef>
                <a:spcPts val="600"/>
              </a:spcBef>
              <a:spcAft>
                <a:spcPts val="0"/>
              </a:spcAft>
              <a:buClr>
                <a:srgbClr val="232425"/>
              </a:buClr>
              <a:buSzPts val="100"/>
              <a:buNone/>
              <a:defRPr sz="100"/>
            </a:lvl1pPr>
            <a:lvl2pPr marL="914400" lvl="1" indent="-342900" algn="l">
              <a:spcBef>
                <a:spcPts val="0"/>
              </a:spcBef>
              <a:spcAft>
                <a:spcPts val="0"/>
              </a:spcAft>
              <a:buClr>
                <a:srgbClr val="232425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0"/>
              </a:spcBef>
              <a:spcAft>
                <a:spcPts val="0"/>
              </a:spcAft>
              <a:buClr>
                <a:srgbClr val="232425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0"/>
              </a:spcBef>
              <a:spcAft>
                <a:spcPts val="0"/>
              </a:spcAft>
              <a:buClr>
                <a:srgbClr val="232425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0"/>
              </a:spcBef>
              <a:spcAft>
                <a:spcPts val="0"/>
              </a:spcAft>
              <a:buClr>
                <a:srgbClr val="232425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1" name="Google Shape;241;p34"/>
          <p:cNvSpPr txBox="1"/>
          <p:nvPr/>
        </p:nvSpPr>
        <p:spPr>
          <a:xfrm>
            <a:off x="-1876478" y="0"/>
            <a:ext cx="1548931" cy="3385542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Instructions on replacing a current image:</a:t>
            </a:r>
            <a:endParaRPr/>
          </a:p>
          <a:p>
            <a:pPr marL="228600" marR="0" lvl="0" indent="-2286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AutoNum type="arabicPeriod"/>
            </a:pPr>
            <a:r>
              <a:rPr lang="en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Select and delete image and click the icon to insert a different image</a:t>
            </a:r>
            <a:endParaRPr/>
          </a:p>
          <a:p>
            <a:pPr marL="228600" marR="0" lvl="0" indent="-2286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AutoNum type="arabicPeriod"/>
            </a:pPr>
            <a:r>
              <a:rPr lang="en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Use the crop tool to position the image within the shape. 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34"/>
          <p:cNvSpPr txBox="1">
            <a:spLocks noGrp="1"/>
          </p:cNvSpPr>
          <p:nvPr>
            <p:ph type="body" idx="13"/>
          </p:nvPr>
        </p:nvSpPr>
        <p:spPr>
          <a:xfrm>
            <a:off x="503238" y="300961"/>
            <a:ext cx="5984648" cy="3310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45700" anchor="t" anchorCtr="0">
            <a:noAutofit/>
          </a:bodyPr>
          <a:lstStyle>
            <a:lvl1pPr marL="457200" lvl="0" indent="-2286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 b="1" cap="none">
                <a:solidFill>
                  <a:schemeClr val="dk1"/>
                </a:solidFill>
              </a:defRPr>
            </a:lvl1pPr>
            <a:lvl2pPr marL="914400" lvl="1" indent="-342900" algn="l">
              <a:spcBef>
                <a:spcPts val="0"/>
              </a:spcBef>
              <a:spcAft>
                <a:spcPts val="0"/>
              </a:spcAft>
              <a:buClr>
                <a:srgbClr val="232425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0"/>
              </a:spcBef>
              <a:spcAft>
                <a:spcPts val="0"/>
              </a:spcAft>
              <a:buClr>
                <a:srgbClr val="232425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0"/>
              </a:spcBef>
              <a:spcAft>
                <a:spcPts val="0"/>
              </a:spcAft>
              <a:buClr>
                <a:srgbClr val="232425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0"/>
              </a:spcBef>
              <a:spcAft>
                <a:spcPts val="0"/>
              </a:spcAft>
              <a:buClr>
                <a:srgbClr val="232425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3" name="Google Shape;243;p34"/>
          <p:cNvSpPr txBox="1">
            <a:spLocks noGrp="1"/>
          </p:cNvSpPr>
          <p:nvPr>
            <p:ph type="body" idx="14"/>
          </p:nvPr>
        </p:nvSpPr>
        <p:spPr>
          <a:xfrm>
            <a:off x="6360197" y="4570711"/>
            <a:ext cx="2692872" cy="3865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45700" anchor="b" anchorCtr="0">
            <a:no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Clr>
                <a:srgbClr val="47484A"/>
              </a:buClr>
              <a:buSzPts val="1400"/>
              <a:buNone/>
              <a:defRPr sz="1400">
                <a:solidFill>
                  <a:srgbClr val="47484A"/>
                </a:solidFill>
              </a:defRPr>
            </a:lvl1pPr>
            <a:lvl2pPr marL="914400" lvl="1" indent="-228600" algn="l">
              <a:spcBef>
                <a:spcPts val="1800"/>
              </a:spcBef>
              <a:spcAft>
                <a:spcPts val="0"/>
              </a:spcAft>
              <a:buClr>
                <a:srgbClr val="232425"/>
              </a:buClr>
              <a:buSzPts val="1800"/>
              <a:buNone/>
              <a:defRPr/>
            </a:lvl2pPr>
            <a:lvl3pPr marL="1371600" lvl="2" indent="-342900" algn="l">
              <a:spcBef>
                <a:spcPts val="0"/>
              </a:spcBef>
              <a:spcAft>
                <a:spcPts val="0"/>
              </a:spcAft>
              <a:buClr>
                <a:srgbClr val="232425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0"/>
              </a:spcBef>
              <a:spcAft>
                <a:spcPts val="0"/>
              </a:spcAft>
              <a:buClr>
                <a:srgbClr val="232425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0"/>
              </a:spcBef>
              <a:spcAft>
                <a:spcPts val="0"/>
              </a:spcAft>
              <a:buClr>
                <a:srgbClr val="232425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*Cover Option D">
  <p:cSld name="*Cover Option D">
    <p:bg>
      <p:bgPr>
        <a:solidFill>
          <a:schemeClr val="lt1"/>
        </a:solidFill>
        <a:effectLst/>
      </p:bgPr>
    </p:bg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6" name="Google Shape;246;p35" descr="C:\Users\amiesen\Desktop\anlrgbpptlogo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397976" y="170633"/>
            <a:ext cx="1557337" cy="561027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35"/>
          <p:cNvSpPr txBox="1">
            <a:spLocks noGrp="1"/>
          </p:cNvSpPr>
          <p:nvPr>
            <p:ph type="body" idx="1"/>
          </p:nvPr>
        </p:nvSpPr>
        <p:spPr>
          <a:xfrm>
            <a:off x="469901" y="3436223"/>
            <a:ext cx="2692871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marL="457200" lvl="0" indent="-228600" algn="l">
              <a:spcBef>
                <a:spcPts val="600"/>
              </a:spcBef>
              <a:spcAft>
                <a:spcPts val="0"/>
              </a:spcAft>
              <a:buClr>
                <a:srgbClr val="47484A"/>
              </a:buClr>
              <a:buSzPts val="1400"/>
              <a:buNone/>
              <a:defRPr sz="1400" b="1" cap="none">
                <a:solidFill>
                  <a:srgbClr val="47484A"/>
                </a:solidFill>
              </a:defRPr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Clr>
                <a:srgbClr val="232425"/>
              </a:buClr>
              <a:buSzPts val="1800"/>
              <a:buNone/>
              <a:defRPr/>
            </a:lvl2pPr>
            <a:lvl3pPr marL="1371600" lvl="2" indent="-228600" algn="l">
              <a:spcBef>
                <a:spcPts val="1800"/>
              </a:spcBef>
              <a:spcAft>
                <a:spcPts val="0"/>
              </a:spcAft>
              <a:buClr>
                <a:srgbClr val="232425"/>
              </a:buClr>
              <a:buSzPts val="1800"/>
              <a:buNone/>
              <a:defRPr/>
            </a:lvl3pPr>
            <a:lvl4pPr marL="1828800" lvl="3" indent="-342900" algn="l">
              <a:spcBef>
                <a:spcPts val="0"/>
              </a:spcBef>
              <a:spcAft>
                <a:spcPts val="0"/>
              </a:spcAft>
              <a:buClr>
                <a:srgbClr val="232425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0"/>
              </a:spcBef>
              <a:spcAft>
                <a:spcPts val="0"/>
              </a:spcAft>
              <a:buClr>
                <a:srgbClr val="232425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8" name="Google Shape;248;p35"/>
          <p:cNvSpPr txBox="1">
            <a:spLocks noGrp="1"/>
          </p:cNvSpPr>
          <p:nvPr>
            <p:ph type="body" idx="2"/>
          </p:nvPr>
        </p:nvSpPr>
        <p:spPr>
          <a:xfrm>
            <a:off x="469901" y="3719301"/>
            <a:ext cx="2692871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45700" anchor="t" anchorCtr="0">
            <a:normAutofit/>
          </a:bodyPr>
          <a:lstStyle>
            <a:lvl1pPr marL="457200" lvl="0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47484A"/>
              </a:buClr>
              <a:buSzPts val="1400"/>
              <a:buNone/>
              <a:defRPr sz="1400">
                <a:solidFill>
                  <a:srgbClr val="47484A"/>
                </a:solidFill>
              </a:defRPr>
            </a:lvl1pPr>
            <a:lvl2pPr marL="914400" lvl="1" indent="-228600" algn="l">
              <a:spcBef>
                <a:spcPts val="1800"/>
              </a:spcBef>
              <a:spcAft>
                <a:spcPts val="0"/>
              </a:spcAft>
              <a:buClr>
                <a:srgbClr val="232425"/>
              </a:buClr>
              <a:buSzPts val="1800"/>
              <a:buNone/>
              <a:defRPr/>
            </a:lvl2pPr>
            <a:lvl3pPr marL="1371600" lvl="2" indent="-342900" algn="l">
              <a:spcBef>
                <a:spcPts val="0"/>
              </a:spcBef>
              <a:spcAft>
                <a:spcPts val="0"/>
              </a:spcAft>
              <a:buClr>
                <a:srgbClr val="232425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0"/>
              </a:spcBef>
              <a:spcAft>
                <a:spcPts val="0"/>
              </a:spcAft>
              <a:buClr>
                <a:srgbClr val="232425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0"/>
              </a:spcBef>
              <a:spcAft>
                <a:spcPts val="0"/>
              </a:spcAft>
              <a:buClr>
                <a:srgbClr val="232425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9" name="Google Shape;249;p35"/>
          <p:cNvSpPr txBox="1">
            <a:spLocks noGrp="1"/>
          </p:cNvSpPr>
          <p:nvPr>
            <p:ph type="body" idx="3"/>
          </p:nvPr>
        </p:nvSpPr>
        <p:spPr>
          <a:xfrm>
            <a:off x="3417372" y="3436223"/>
            <a:ext cx="2692871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marL="457200" lvl="0" indent="-228600" algn="l">
              <a:spcBef>
                <a:spcPts val="600"/>
              </a:spcBef>
              <a:spcAft>
                <a:spcPts val="0"/>
              </a:spcAft>
              <a:buClr>
                <a:srgbClr val="47484A"/>
              </a:buClr>
              <a:buSzPts val="1400"/>
              <a:buFont typeface="Arial"/>
              <a:buNone/>
              <a:defRPr sz="1400" b="1" cap="none">
                <a:solidFill>
                  <a:srgbClr val="47484A"/>
                </a:solidFill>
              </a:defRPr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Clr>
                <a:srgbClr val="232425"/>
              </a:buClr>
              <a:buSzPts val="1800"/>
              <a:buNone/>
              <a:defRPr/>
            </a:lvl2pPr>
            <a:lvl3pPr marL="1371600" lvl="2" indent="-228600" algn="l">
              <a:spcBef>
                <a:spcPts val="1800"/>
              </a:spcBef>
              <a:spcAft>
                <a:spcPts val="0"/>
              </a:spcAft>
              <a:buClr>
                <a:srgbClr val="232425"/>
              </a:buClr>
              <a:buSzPts val="1800"/>
              <a:buNone/>
              <a:defRPr/>
            </a:lvl3pPr>
            <a:lvl4pPr marL="1828800" lvl="3" indent="-342900" algn="l">
              <a:spcBef>
                <a:spcPts val="0"/>
              </a:spcBef>
              <a:spcAft>
                <a:spcPts val="0"/>
              </a:spcAft>
              <a:buClr>
                <a:srgbClr val="232425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0"/>
              </a:spcBef>
              <a:spcAft>
                <a:spcPts val="0"/>
              </a:spcAft>
              <a:buClr>
                <a:srgbClr val="232425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50" name="Google Shape;250;p35"/>
          <p:cNvSpPr txBox="1">
            <a:spLocks noGrp="1"/>
          </p:cNvSpPr>
          <p:nvPr>
            <p:ph type="body" idx="4"/>
          </p:nvPr>
        </p:nvSpPr>
        <p:spPr>
          <a:xfrm>
            <a:off x="3417372" y="3719301"/>
            <a:ext cx="2692871" cy="5600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45700" anchor="t" anchorCtr="0">
            <a:normAutofit/>
          </a:bodyPr>
          <a:lstStyle>
            <a:lvl1pPr marL="457200" lvl="0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47484A"/>
              </a:buClr>
              <a:buSzPts val="1400"/>
              <a:buFont typeface="Arial"/>
              <a:buNone/>
              <a:defRPr sz="1400">
                <a:solidFill>
                  <a:srgbClr val="47484A"/>
                </a:solidFill>
              </a:defRPr>
            </a:lvl1pPr>
            <a:lvl2pPr marL="914400" lvl="1" indent="-228600" algn="l">
              <a:spcBef>
                <a:spcPts val="1800"/>
              </a:spcBef>
              <a:spcAft>
                <a:spcPts val="0"/>
              </a:spcAft>
              <a:buClr>
                <a:srgbClr val="232425"/>
              </a:buClr>
              <a:buSzPts val="1800"/>
              <a:buNone/>
              <a:defRPr/>
            </a:lvl2pPr>
            <a:lvl3pPr marL="1371600" lvl="2" indent="-342900" algn="l">
              <a:spcBef>
                <a:spcPts val="0"/>
              </a:spcBef>
              <a:spcAft>
                <a:spcPts val="0"/>
              </a:spcAft>
              <a:buClr>
                <a:srgbClr val="232425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0"/>
              </a:spcBef>
              <a:spcAft>
                <a:spcPts val="0"/>
              </a:spcAft>
              <a:buClr>
                <a:srgbClr val="232425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0"/>
              </a:spcBef>
              <a:spcAft>
                <a:spcPts val="0"/>
              </a:spcAft>
              <a:buClr>
                <a:srgbClr val="232425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51" name="Google Shape;251;p35"/>
          <p:cNvSpPr>
            <a:spLocks noGrp="1"/>
          </p:cNvSpPr>
          <p:nvPr>
            <p:ph type="pic" idx="5"/>
          </p:nvPr>
        </p:nvSpPr>
        <p:spPr>
          <a:xfrm>
            <a:off x="218127" y="1261205"/>
            <a:ext cx="8925874" cy="2071151"/>
          </a:xfrm>
          <a:prstGeom prst="rect">
            <a:avLst/>
          </a:prstGeom>
          <a:solidFill>
            <a:srgbClr val="BFBFBF"/>
          </a:solidFill>
          <a:ln>
            <a:noFill/>
          </a:ln>
        </p:spPr>
      </p:sp>
      <p:sp>
        <p:nvSpPr>
          <p:cNvPr id="252" name="Google Shape;252;p35"/>
          <p:cNvSpPr txBox="1">
            <a:spLocks noGrp="1"/>
          </p:cNvSpPr>
          <p:nvPr>
            <p:ph type="title"/>
          </p:nvPr>
        </p:nvSpPr>
        <p:spPr>
          <a:xfrm>
            <a:off x="469901" y="82770"/>
            <a:ext cx="6776128" cy="839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91425" bIns="0" anchor="b" anchorCtr="0">
            <a:normAutofit/>
          </a:bodyPr>
          <a:lstStyle>
            <a:lvl1pPr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232425"/>
              </a:buClr>
              <a:buSzPts val="2800"/>
              <a:buFont typeface="Arial"/>
              <a:buNone/>
              <a:defRPr sz="2800">
                <a:solidFill>
                  <a:srgbClr val="23242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3" name="Google Shape;253;p35"/>
          <p:cNvSpPr txBox="1">
            <a:spLocks noGrp="1"/>
          </p:cNvSpPr>
          <p:nvPr>
            <p:ph type="body" idx="6"/>
          </p:nvPr>
        </p:nvSpPr>
        <p:spPr>
          <a:xfrm>
            <a:off x="6360197" y="3436223"/>
            <a:ext cx="2692871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marL="457200" lvl="0" indent="-228600" algn="l">
              <a:spcBef>
                <a:spcPts val="600"/>
              </a:spcBef>
              <a:spcAft>
                <a:spcPts val="0"/>
              </a:spcAft>
              <a:buClr>
                <a:srgbClr val="47484A"/>
              </a:buClr>
              <a:buSzPts val="1400"/>
              <a:buFont typeface="Arial"/>
              <a:buNone/>
              <a:defRPr sz="1400" b="1" cap="none">
                <a:solidFill>
                  <a:srgbClr val="47484A"/>
                </a:solidFill>
              </a:defRPr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Clr>
                <a:srgbClr val="232425"/>
              </a:buClr>
              <a:buSzPts val="1800"/>
              <a:buNone/>
              <a:defRPr/>
            </a:lvl2pPr>
            <a:lvl3pPr marL="1371600" lvl="2" indent="-228600" algn="l">
              <a:spcBef>
                <a:spcPts val="1800"/>
              </a:spcBef>
              <a:spcAft>
                <a:spcPts val="0"/>
              </a:spcAft>
              <a:buClr>
                <a:srgbClr val="232425"/>
              </a:buClr>
              <a:buSzPts val="1800"/>
              <a:buNone/>
              <a:defRPr/>
            </a:lvl3pPr>
            <a:lvl4pPr marL="1828800" lvl="3" indent="-342900" algn="l">
              <a:spcBef>
                <a:spcPts val="0"/>
              </a:spcBef>
              <a:spcAft>
                <a:spcPts val="0"/>
              </a:spcAft>
              <a:buClr>
                <a:srgbClr val="232425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0"/>
              </a:spcBef>
              <a:spcAft>
                <a:spcPts val="0"/>
              </a:spcAft>
              <a:buClr>
                <a:srgbClr val="232425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54" name="Google Shape;254;p35"/>
          <p:cNvSpPr txBox="1">
            <a:spLocks noGrp="1"/>
          </p:cNvSpPr>
          <p:nvPr>
            <p:ph type="body" idx="7"/>
          </p:nvPr>
        </p:nvSpPr>
        <p:spPr>
          <a:xfrm>
            <a:off x="6360197" y="3719301"/>
            <a:ext cx="2692871" cy="5600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45700" anchor="t" anchorCtr="0">
            <a:normAutofit/>
          </a:bodyPr>
          <a:lstStyle>
            <a:lvl1pPr marL="457200" lvl="0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47484A"/>
              </a:buClr>
              <a:buSzPts val="1400"/>
              <a:buFont typeface="Arial"/>
              <a:buNone/>
              <a:defRPr sz="1400">
                <a:solidFill>
                  <a:srgbClr val="47484A"/>
                </a:solidFill>
              </a:defRPr>
            </a:lvl1pPr>
            <a:lvl2pPr marL="914400" lvl="1" indent="-228600" algn="l">
              <a:spcBef>
                <a:spcPts val="1800"/>
              </a:spcBef>
              <a:spcAft>
                <a:spcPts val="0"/>
              </a:spcAft>
              <a:buClr>
                <a:srgbClr val="232425"/>
              </a:buClr>
              <a:buSzPts val="1800"/>
              <a:buNone/>
              <a:defRPr/>
            </a:lvl2pPr>
            <a:lvl3pPr marL="1371600" lvl="2" indent="-342900" algn="l">
              <a:spcBef>
                <a:spcPts val="0"/>
              </a:spcBef>
              <a:spcAft>
                <a:spcPts val="0"/>
              </a:spcAft>
              <a:buClr>
                <a:srgbClr val="232425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0"/>
              </a:spcBef>
              <a:spcAft>
                <a:spcPts val="0"/>
              </a:spcAft>
              <a:buClr>
                <a:srgbClr val="232425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0"/>
              </a:spcBef>
              <a:spcAft>
                <a:spcPts val="0"/>
              </a:spcAft>
              <a:buClr>
                <a:srgbClr val="232425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55" name="Google Shape;255;p35"/>
          <p:cNvSpPr txBox="1">
            <a:spLocks noGrp="1"/>
          </p:cNvSpPr>
          <p:nvPr>
            <p:ph type="body" idx="8"/>
          </p:nvPr>
        </p:nvSpPr>
        <p:spPr>
          <a:xfrm>
            <a:off x="469900" y="922195"/>
            <a:ext cx="8484914" cy="2483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45700" anchor="t" anchorCtr="0">
            <a:noAutofit/>
          </a:bodyPr>
          <a:lstStyle>
            <a:lvl1pPr marL="457200" lvl="0" indent="-228600" algn="l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b="1">
                <a:solidFill>
                  <a:schemeClr val="accent2"/>
                </a:solidFill>
              </a:defRPr>
            </a:lvl1pPr>
            <a:lvl2pPr marL="914400" lvl="1" indent="-342900" algn="l">
              <a:spcBef>
                <a:spcPts val="0"/>
              </a:spcBef>
              <a:spcAft>
                <a:spcPts val="0"/>
              </a:spcAft>
              <a:buClr>
                <a:srgbClr val="232425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0"/>
              </a:spcBef>
              <a:spcAft>
                <a:spcPts val="0"/>
              </a:spcAft>
              <a:buClr>
                <a:srgbClr val="232425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0"/>
              </a:spcBef>
              <a:spcAft>
                <a:spcPts val="0"/>
              </a:spcAft>
              <a:buClr>
                <a:srgbClr val="232425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0"/>
              </a:spcBef>
              <a:spcAft>
                <a:spcPts val="0"/>
              </a:spcAft>
              <a:buClr>
                <a:srgbClr val="232425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56" name="Google Shape;256;p35"/>
          <p:cNvSpPr txBox="1">
            <a:spLocks noGrp="1"/>
          </p:cNvSpPr>
          <p:nvPr>
            <p:ph type="body" idx="9"/>
          </p:nvPr>
        </p:nvSpPr>
        <p:spPr>
          <a:xfrm>
            <a:off x="2" y="1261204"/>
            <a:ext cx="224589" cy="207111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28600" algn="l">
              <a:spcBef>
                <a:spcPts val="600"/>
              </a:spcBef>
              <a:spcAft>
                <a:spcPts val="0"/>
              </a:spcAft>
              <a:buClr>
                <a:srgbClr val="232425"/>
              </a:buClr>
              <a:buSzPts val="100"/>
              <a:buNone/>
              <a:defRPr sz="100"/>
            </a:lvl1pPr>
            <a:lvl2pPr marL="914400" lvl="1" indent="-342900" algn="l">
              <a:spcBef>
                <a:spcPts val="0"/>
              </a:spcBef>
              <a:spcAft>
                <a:spcPts val="0"/>
              </a:spcAft>
              <a:buClr>
                <a:srgbClr val="232425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0"/>
              </a:spcBef>
              <a:spcAft>
                <a:spcPts val="0"/>
              </a:spcAft>
              <a:buClr>
                <a:srgbClr val="232425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0"/>
              </a:spcBef>
              <a:spcAft>
                <a:spcPts val="0"/>
              </a:spcAft>
              <a:buClr>
                <a:srgbClr val="232425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0"/>
              </a:spcBef>
              <a:spcAft>
                <a:spcPts val="0"/>
              </a:spcAft>
              <a:buClr>
                <a:srgbClr val="232425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57" name="Google Shape;257;p35"/>
          <p:cNvSpPr txBox="1"/>
          <p:nvPr/>
        </p:nvSpPr>
        <p:spPr>
          <a:xfrm>
            <a:off x="-1876478" y="0"/>
            <a:ext cx="1548931" cy="3385542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Instructions on replacing a current image:</a:t>
            </a:r>
            <a:endParaRPr/>
          </a:p>
          <a:p>
            <a:pPr marL="228600" marR="0" lvl="0" indent="-2286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AutoNum type="arabicPeriod"/>
            </a:pPr>
            <a:r>
              <a:rPr lang="en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Select and delete image and click the icon to insert a different image</a:t>
            </a:r>
            <a:endParaRPr/>
          </a:p>
          <a:p>
            <a:pPr marL="228600" marR="0" lvl="0" indent="-2286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AutoNum type="arabicPeriod"/>
            </a:pPr>
            <a:r>
              <a:rPr lang="en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Use the crop tool to position the image within the shape. 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35"/>
          <p:cNvSpPr txBox="1">
            <a:spLocks noGrp="1"/>
          </p:cNvSpPr>
          <p:nvPr>
            <p:ph type="body" idx="13"/>
          </p:nvPr>
        </p:nvSpPr>
        <p:spPr>
          <a:xfrm>
            <a:off x="6360197" y="4570711"/>
            <a:ext cx="2692872" cy="3865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45700" anchor="b" anchorCtr="0">
            <a:no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Clr>
                <a:srgbClr val="47484A"/>
              </a:buClr>
              <a:buSzPts val="1400"/>
              <a:buNone/>
              <a:defRPr sz="1400">
                <a:solidFill>
                  <a:srgbClr val="47484A"/>
                </a:solidFill>
              </a:defRPr>
            </a:lvl1pPr>
            <a:lvl2pPr marL="914400" lvl="1" indent="-228600" algn="l">
              <a:spcBef>
                <a:spcPts val="1800"/>
              </a:spcBef>
              <a:spcAft>
                <a:spcPts val="0"/>
              </a:spcAft>
              <a:buClr>
                <a:srgbClr val="232425"/>
              </a:buClr>
              <a:buSzPts val="1800"/>
              <a:buNone/>
              <a:defRPr/>
            </a:lvl2pPr>
            <a:lvl3pPr marL="1371600" lvl="2" indent="-342900" algn="l">
              <a:spcBef>
                <a:spcPts val="0"/>
              </a:spcBef>
              <a:spcAft>
                <a:spcPts val="0"/>
              </a:spcAft>
              <a:buClr>
                <a:srgbClr val="232425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0"/>
              </a:spcBef>
              <a:spcAft>
                <a:spcPts val="0"/>
              </a:spcAft>
              <a:buClr>
                <a:srgbClr val="232425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0"/>
              </a:spcBef>
              <a:spcAft>
                <a:spcPts val="0"/>
              </a:spcAft>
              <a:buClr>
                <a:srgbClr val="232425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259" name="Google Shape;259;p3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3121" y="4702076"/>
            <a:ext cx="2046368" cy="2602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*Pic - Full Frame">
  <p:cSld name="*Pic - Full Frame">
    <p:bg>
      <p:bgPr>
        <a:solidFill>
          <a:schemeClr val="lt1"/>
        </a:solidFill>
        <a:effectLst/>
      </p:bgPr>
    </p:bg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36"/>
          <p:cNvSpPr>
            <a:spLocks noGrp="1"/>
          </p:cNvSpPr>
          <p:nvPr>
            <p:ph type="pic" idx="2"/>
          </p:nvPr>
        </p:nvSpPr>
        <p:spPr>
          <a:xfrm>
            <a:off x="218127" y="6978"/>
            <a:ext cx="8925873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262" name="Google Shape;262;p36"/>
          <p:cNvSpPr txBox="1">
            <a:spLocks noGrp="1"/>
          </p:cNvSpPr>
          <p:nvPr>
            <p:ph type="body" idx="1"/>
          </p:nvPr>
        </p:nvSpPr>
        <p:spPr>
          <a:xfrm>
            <a:off x="0" y="3581400"/>
            <a:ext cx="9144000" cy="1562100"/>
          </a:xfrm>
          <a:prstGeom prst="rect">
            <a:avLst/>
          </a:prstGeom>
          <a:solidFill>
            <a:schemeClr val="dk2">
              <a:alpha val="90980"/>
            </a:schemeClr>
          </a:solidFill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28600" algn="l">
              <a:spcBef>
                <a:spcPts val="600"/>
              </a:spcBef>
              <a:spcAft>
                <a:spcPts val="0"/>
              </a:spcAft>
              <a:buClr>
                <a:srgbClr val="232425"/>
              </a:buClr>
              <a:buSzPts val="100"/>
              <a:buNone/>
              <a:defRPr sz="100"/>
            </a:lvl1pPr>
            <a:lvl2pPr marL="914400" lvl="1" indent="-342900" algn="l">
              <a:spcBef>
                <a:spcPts val="0"/>
              </a:spcBef>
              <a:spcAft>
                <a:spcPts val="0"/>
              </a:spcAft>
              <a:buClr>
                <a:srgbClr val="232425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0"/>
              </a:spcBef>
              <a:spcAft>
                <a:spcPts val="0"/>
              </a:spcAft>
              <a:buClr>
                <a:srgbClr val="232425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0"/>
              </a:spcBef>
              <a:spcAft>
                <a:spcPts val="0"/>
              </a:spcAft>
              <a:buClr>
                <a:srgbClr val="232425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0"/>
              </a:spcBef>
              <a:spcAft>
                <a:spcPts val="0"/>
              </a:spcAft>
              <a:buClr>
                <a:srgbClr val="232425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3" name="Google Shape;263;p36"/>
          <p:cNvSpPr txBox="1">
            <a:spLocks noGrp="1"/>
          </p:cNvSpPr>
          <p:nvPr>
            <p:ph type="title"/>
          </p:nvPr>
        </p:nvSpPr>
        <p:spPr>
          <a:xfrm>
            <a:off x="469901" y="3782231"/>
            <a:ext cx="8321040" cy="10301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sz="2400" b="1" cap="none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4" name="Google Shape;264;p36"/>
          <p:cNvSpPr txBox="1">
            <a:spLocks noGrp="1"/>
          </p:cNvSpPr>
          <p:nvPr>
            <p:ph type="sldNum" idx="12"/>
          </p:nvPr>
        </p:nvSpPr>
        <p:spPr>
          <a:xfrm>
            <a:off x="4343400" y="4855282"/>
            <a:ext cx="457200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ct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ct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ct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ct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ct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ct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ct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ct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5" name="Google Shape;265;p36"/>
          <p:cNvSpPr txBox="1">
            <a:spLocks noGrp="1"/>
          </p:cNvSpPr>
          <p:nvPr>
            <p:ph type="body" idx="3"/>
          </p:nvPr>
        </p:nvSpPr>
        <p:spPr>
          <a:xfrm>
            <a:off x="0" y="-2"/>
            <a:ext cx="2286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28600" algn="l">
              <a:spcBef>
                <a:spcPts val="600"/>
              </a:spcBef>
              <a:spcAft>
                <a:spcPts val="0"/>
              </a:spcAft>
              <a:buClr>
                <a:srgbClr val="232425"/>
              </a:buClr>
              <a:buSzPts val="100"/>
              <a:buNone/>
              <a:defRPr sz="100"/>
            </a:lvl1pPr>
            <a:lvl2pPr marL="914400" lvl="1" indent="-342900" algn="l">
              <a:spcBef>
                <a:spcPts val="0"/>
              </a:spcBef>
              <a:spcAft>
                <a:spcPts val="0"/>
              </a:spcAft>
              <a:buClr>
                <a:srgbClr val="232425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0"/>
              </a:spcBef>
              <a:spcAft>
                <a:spcPts val="0"/>
              </a:spcAft>
              <a:buClr>
                <a:srgbClr val="232425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0"/>
              </a:spcBef>
              <a:spcAft>
                <a:spcPts val="0"/>
              </a:spcAft>
              <a:buClr>
                <a:srgbClr val="232425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0"/>
              </a:spcBef>
              <a:spcAft>
                <a:spcPts val="0"/>
              </a:spcAft>
              <a:buClr>
                <a:srgbClr val="232425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6" name="Google Shape;266;p36"/>
          <p:cNvSpPr txBox="1"/>
          <p:nvPr/>
        </p:nvSpPr>
        <p:spPr>
          <a:xfrm>
            <a:off x="-1876478" y="0"/>
            <a:ext cx="1548931" cy="3385542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Instructions on replacing a current image:</a:t>
            </a:r>
            <a:endParaRPr/>
          </a:p>
          <a:p>
            <a:pPr marL="228600" marR="0" lvl="0" indent="-2286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AutoNum type="arabicPeriod"/>
            </a:pPr>
            <a:r>
              <a:rPr lang="en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Select and delete image and click the icon to insert a different image</a:t>
            </a:r>
            <a:endParaRPr/>
          </a:p>
          <a:p>
            <a:pPr marL="228600" marR="0" lvl="0" indent="-2286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AutoNum type="arabicPeriod"/>
            </a:pPr>
            <a:r>
              <a:rPr lang="en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Use the crop tool to position the image within the shape. 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*Pic - ONE Image">
  <p:cSld name="*Pic - ONE Image">
    <p:bg>
      <p:bgPr>
        <a:solidFill>
          <a:schemeClr val="lt1"/>
        </a:solidFill>
        <a:effectLst/>
      </p:bgPr>
    </p:bg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37"/>
          <p:cNvSpPr txBox="1">
            <a:spLocks noGrp="1"/>
          </p:cNvSpPr>
          <p:nvPr>
            <p:ph type="body" idx="1"/>
          </p:nvPr>
        </p:nvSpPr>
        <p:spPr>
          <a:xfrm>
            <a:off x="0" y="2742091"/>
            <a:ext cx="9144000" cy="240140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28600" algn="l">
              <a:spcBef>
                <a:spcPts val="600"/>
              </a:spcBef>
              <a:spcAft>
                <a:spcPts val="0"/>
              </a:spcAft>
              <a:buClr>
                <a:srgbClr val="232425"/>
              </a:buClr>
              <a:buSzPts val="100"/>
              <a:buNone/>
              <a:defRPr sz="100"/>
            </a:lvl1pPr>
            <a:lvl2pPr marL="914400" lvl="1" indent="-342900" algn="l">
              <a:spcBef>
                <a:spcPts val="0"/>
              </a:spcBef>
              <a:spcAft>
                <a:spcPts val="0"/>
              </a:spcAft>
              <a:buClr>
                <a:srgbClr val="232425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0"/>
              </a:spcBef>
              <a:spcAft>
                <a:spcPts val="0"/>
              </a:spcAft>
              <a:buClr>
                <a:srgbClr val="232425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0"/>
              </a:spcBef>
              <a:spcAft>
                <a:spcPts val="0"/>
              </a:spcAft>
              <a:buClr>
                <a:srgbClr val="232425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0"/>
              </a:spcBef>
              <a:spcAft>
                <a:spcPts val="0"/>
              </a:spcAft>
              <a:buClr>
                <a:srgbClr val="232425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9" name="Google Shape;269;p37"/>
          <p:cNvSpPr txBox="1">
            <a:spLocks noGrp="1"/>
          </p:cNvSpPr>
          <p:nvPr>
            <p:ph type="body" idx="2"/>
          </p:nvPr>
        </p:nvSpPr>
        <p:spPr>
          <a:xfrm>
            <a:off x="469900" y="3893639"/>
            <a:ext cx="8434552" cy="1359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45700" anchor="t" anchorCtr="0">
            <a:noAutofit/>
          </a:bodyPr>
          <a:lstStyle>
            <a:lvl1pPr marL="457200" lvl="0" indent="-381000" algn="l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Char char="▪"/>
              <a:defRPr sz="2400">
                <a:solidFill>
                  <a:schemeClr val="lt1"/>
                </a:solidFill>
              </a:defRPr>
            </a:lvl1pPr>
            <a:lvl2pPr marL="914400" lvl="1" indent="-38100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–"/>
              <a:defRPr sz="2400">
                <a:solidFill>
                  <a:schemeClr val="lt1"/>
                </a:solidFill>
              </a:defRPr>
            </a:lvl2pPr>
            <a:lvl3pPr marL="1371600" lvl="2" indent="-35560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 sz="2000">
                <a:solidFill>
                  <a:schemeClr val="lt1"/>
                </a:solidFill>
              </a:defRPr>
            </a:lvl3pPr>
            <a:lvl4pPr marL="1828800" lvl="3" indent="-35560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Char char="–"/>
              <a:defRPr sz="2000">
                <a:solidFill>
                  <a:schemeClr val="lt1"/>
                </a:solidFill>
              </a:defRPr>
            </a:lvl4pPr>
            <a:lvl5pPr marL="2286000" lvl="4" indent="-35560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Char char="»"/>
              <a:defRPr sz="2000">
                <a:solidFill>
                  <a:schemeClr val="lt1"/>
                </a:solidFill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70" name="Google Shape;270;p37"/>
          <p:cNvSpPr>
            <a:spLocks noGrp="1"/>
          </p:cNvSpPr>
          <p:nvPr>
            <p:ph type="pic" idx="3"/>
          </p:nvPr>
        </p:nvSpPr>
        <p:spPr>
          <a:xfrm>
            <a:off x="218127" y="-1"/>
            <a:ext cx="8925873" cy="274201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271" name="Google Shape;271;p37"/>
          <p:cNvSpPr txBox="1">
            <a:spLocks noGrp="1"/>
          </p:cNvSpPr>
          <p:nvPr>
            <p:ph type="title"/>
          </p:nvPr>
        </p:nvSpPr>
        <p:spPr>
          <a:xfrm>
            <a:off x="469900" y="3265038"/>
            <a:ext cx="8674100" cy="5903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 sz="2800" b="1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2" name="Google Shape;272;p37"/>
          <p:cNvSpPr txBox="1">
            <a:spLocks noGrp="1"/>
          </p:cNvSpPr>
          <p:nvPr>
            <p:ph type="sldNum" idx="12"/>
          </p:nvPr>
        </p:nvSpPr>
        <p:spPr>
          <a:xfrm>
            <a:off x="4343400" y="4855282"/>
            <a:ext cx="457200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ct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ct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ct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ct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ct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ct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ct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ct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3" name="Google Shape;273;p37"/>
          <p:cNvSpPr txBox="1">
            <a:spLocks noGrp="1"/>
          </p:cNvSpPr>
          <p:nvPr>
            <p:ph type="body" idx="4"/>
          </p:nvPr>
        </p:nvSpPr>
        <p:spPr>
          <a:xfrm>
            <a:off x="0" y="-2"/>
            <a:ext cx="2286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28600" algn="l">
              <a:spcBef>
                <a:spcPts val="600"/>
              </a:spcBef>
              <a:spcAft>
                <a:spcPts val="0"/>
              </a:spcAft>
              <a:buClr>
                <a:srgbClr val="232425"/>
              </a:buClr>
              <a:buSzPts val="100"/>
              <a:buNone/>
              <a:defRPr sz="100"/>
            </a:lvl1pPr>
            <a:lvl2pPr marL="914400" lvl="1" indent="-342900" algn="l">
              <a:spcBef>
                <a:spcPts val="0"/>
              </a:spcBef>
              <a:spcAft>
                <a:spcPts val="0"/>
              </a:spcAft>
              <a:buClr>
                <a:srgbClr val="232425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0"/>
              </a:spcBef>
              <a:spcAft>
                <a:spcPts val="0"/>
              </a:spcAft>
              <a:buClr>
                <a:srgbClr val="232425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0"/>
              </a:spcBef>
              <a:spcAft>
                <a:spcPts val="0"/>
              </a:spcAft>
              <a:buClr>
                <a:srgbClr val="232425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0"/>
              </a:spcBef>
              <a:spcAft>
                <a:spcPts val="0"/>
              </a:spcAft>
              <a:buClr>
                <a:srgbClr val="232425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74" name="Google Shape;274;p37"/>
          <p:cNvSpPr txBox="1"/>
          <p:nvPr/>
        </p:nvSpPr>
        <p:spPr>
          <a:xfrm>
            <a:off x="-1876478" y="0"/>
            <a:ext cx="1548931" cy="3385542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Instructions on replacing a current image:</a:t>
            </a:r>
            <a:endParaRPr/>
          </a:p>
          <a:p>
            <a:pPr marL="228600" marR="0" lvl="0" indent="-2286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AutoNum type="arabicPeriod"/>
            </a:pPr>
            <a:r>
              <a:rPr lang="en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Select and delete image and click the icon to insert a different image</a:t>
            </a:r>
            <a:endParaRPr/>
          </a:p>
          <a:p>
            <a:pPr marL="228600" marR="0" lvl="0" indent="-2286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AutoNum type="arabicPeriod"/>
            </a:pPr>
            <a:r>
              <a:rPr lang="en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Use the crop tool to position the image within the shape. 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*Pic - TWO images">
  <p:cSld name="*Pic - TWO images">
    <p:bg>
      <p:bgPr>
        <a:solidFill>
          <a:schemeClr val="lt1"/>
        </a:solidFill>
        <a:effectLst/>
      </p:bgPr>
    </p:bg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38"/>
          <p:cNvSpPr txBox="1">
            <a:spLocks noGrp="1"/>
          </p:cNvSpPr>
          <p:nvPr>
            <p:ph type="body" idx="1"/>
          </p:nvPr>
        </p:nvSpPr>
        <p:spPr>
          <a:xfrm>
            <a:off x="0" y="2742091"/>
            <a:ext cx="9144000" cy="240140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28600" algn="l">
              <a:spcBef>
                <a:spcPts val="600"/>
              </a:spcBef>
              <a:spcAft>
                <a:spcPts val="0"/>
              </a:spcAft>
              <a:buClr>
                <a:srgbClr val="232425"/>
              </a:buClr>
              <a:buSzPts val="100"/>
              <a:buNone/>
              <a:defRPr sz="100"/>
            </a:lvl1pPr>
            <a:lvl2pPr marL="914400" lvl="1" indent="-342900" algn="l">
              <a:spcBef>
                <a:spcPts val="0"/>
              </a:spcBef>
              <a:spcAft>
                <a:spcPts val="0"/>
              </a:spcAft>
              <a:buClr>
                <a:srgbClr val="232425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0"/>
              </a:spcBef>
              <a:spcAft>
                <a:spcPts val="0"/>
              </a:spcAft>
              <a:buClr>
                <a:srgbClr val="232425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0"/>
              </a:spcBef>
              <a:spcAft>
                <a:spcPts val="0"/>
              </a:spcAft>
              <a:buClr>
                <a:srgbClr val="232425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0"/>
              </a:spcBef>
              <a:spcAft>
                <a:spcPts val="0"/>
              </a:spcAft>
              <a:buClr>
                <a:srgbClr val="232425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77" name="Google Shape;277;p38"/>
          <p:cNvSpPr>
            <a:spLocks noGrp="1"/>
          </p:cNvSpPr>
          <p:nvPr>
            <p:ph type="pic" idx="2"/>
          </p:nvPr>
        </p:nvSpPr>
        <p:spPr>
          <a:xfrm>
            <a:off x="218127" y="0"/>
            <a:ext cx="4480560" cy="2747963"/>
          </a:xfrm>
          <a:prstGeom prst="rect">
            <a:avLst/>
          </a:prstGeom>
          <a:solidFill>
            <a:srgbClr val="BFBFBF"/>
          </a:solidFill>
          <a:ln>
            <a:noFill/>
          </a:ln>
        </p:spPr>
      </p:sp>
      <p:sp>
        <p:nvSpPr>
          <p:cNvPr id="278" name="Google Shape;278;p38"/>
          <p:cNvSpPr>
            <a:spLocks noGrp="1"/>
          </p:cNvSpPr>
          <p:nvPr>
            <p:ph type="pic" idx="3"/>
          </p:nvPr>
        </p:nvSpPr>
        <p:spPr>
          <a:xfrm>
            <a:off x="4682525" y="0"/>
            <a:ext cx="4480560" cy="2747963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79" name="Google Shape;279;p38"/>
          <p:cNvSpPr txBox="1">
            <a:spLocks noGrp="1"/>
          </p:cNvSpPr>
          <p:nvPr>
            <p:ph type="title"/>
          </p:nvPr>
        </p:nvSpPr>
        <p:spPr>
          <a:xfrm>
            <a:off x="469900" y="3255513"/>
            <a:ext cx="8674100" cy="5903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 sz="2800" b="1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0" name="Google Shape;280;p38"/>
          <p:cNvSpPr txBox="1">
            <a:spLocks noGrp="1"/>
          </p:cNvSpPr>
          <p:nvPr>
            <p:ph type="body" idx="4"/>
          </p:nvPr>
        </p:nvSpPr>
        <p:spPr>
          <a:xfrm>
            <a:off x="469900" y="3884114"/>
            <a:ext cx="8434552" cy="1359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45700" anchor="t" anchorCtr="0">
            <a:noAutofit/>
          </a:bodyPr>
          <a:lstStyle>
            <a:lvl1pPr marL="457200" lvl="0" indent="-381000" algn="l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Char char="▪"/>
              <a:defRPr sz="2400">
                <a:solidFill>
                  <a:schemeClr val="lt1"/>
                </a:solidFill>
              </a:defRPr>
            </a:lvl1pPr>
            <a:lvl2pPr marL="914400" lvl="1" indent="-38100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–"/>
              <a:defRPr sz="2400">
                <a:solidFill>
                  <a:schemeClr val="lt1"/>
                </a:solidFill>
              </a:defRPr>
            </a:lvl2pPr>
            <a:lvl3pPr marL="1371600" lvl="2" indent="-35560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 sz="2000">
                <a:solidFill>
                  <a:schemeClr val="lt1"/>
                </a:solidFill>
              </a:defRPr>
            </a:lvl3pPr>
            <a:lvl4pPr marL="1828800" lvl="3" indent="-35560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Char char="–"/>
              <a:defRPr sz="2000">
                <a:solidFill>
                  <a:schemeClr val="lt1"/>
                </a:solidFill>
              </a:defRPr>
            </a:lvl4pPr>
            <a:lvl5pPr marL="2286000" lvl="4" indent="-35560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Char char="»"/>
              <a:defRPr sz="2000">
                <a:solidFill>
                  <a:schemeClr val="lt1"/>
                </a:solidFill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1" name="Google Shape;281;p38"/>
          <p:cNvSpPr txBox="1">
            <a:spLocks noGrp="1"/>
          </p:cNvSpPr>
          <p:nvPr>
            <p:ph type="sldNum" idx="12"/>
          </p:nvPr>
        </p:nvSpPr>
        <p:spPr>
          <a:xfrm>
            <a:off x="4343400" y="4855282"/>
            <a:ext cx="457200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ct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ct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ct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ct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ct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ct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ct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ct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82" name="Google Shape;282;p38"/>
          <p:cNvSpPr txBox="1">
            <a:spLocks noGrp="1"/>
          </p:cNvSpPr>
          <p:nvPr>
            <p:ph type="body" idx="5"/>
          </p:nvPr>
        </p:nvSpPr>
        <p:spPr>
          <a:xfrm>
            <a:off x="0" y="-2"/>
            <a:ext cx="2286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28600" algn="l">
              <a:spcBef>
                <a:spcPts val="600"/>
              </a:spcBef>
              <a:spcAft>
                <a:spcPts val="0"/>
              </a:spcAft>
              <a:buClr>
                <a:srgbClr val="232425"/>
              </a:buClr>
              <a:buSzPts val="100"/>
              <a:buNone/>
              <a:defRPr sz="100"/>
            </a:lvl1pPr>
            <a:lvl2pPr marL="914400" lvl="1" indent="-342900" algn="l">
              <a:spcBef>
                <a:spcPts val="0"/>
              </a:spcBef>
              <a:spcAft>
                <a:spcPts val="0"/>
              </a:spcAft>
              <a:buClr>
                <a:srgbClr val="232425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0"/>
              </a:spcBef>
              <a:spcAft>
                <a:spcPts val="0"/>
              </a:spcAft>
              <a:buClr>
                <a:srgbClr val="232425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0"/>
              </a:spcBef>
              <a:spcAft>
                <a:spcPts val="0"/>
              </a:spcAft>
              <a:buClr>
                <a:srgbClr val="232425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0"/>
              </a:spcBef>
              <a:spcAft>
                <a:spcPts val="0"/>
              </a:spcAft>
              <a:buClr>
                <a:srgbClr val="232425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3" name="Google Shape;283;p38"/>
          <p:cNvSpPr txBox="1"/>
          <p:nvPr/>
        </p:nvSpPr>
        <p:spPr>
          <a:xfrm>
            <a:off x="-1876478" y="0"/>
            <a:ext cx="1548931" cy="3385542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Instructions on replacing a current image:</a:t>
            </a:r>
            <a:endParaRPr/>
          </a:p>
          <a:p>
            <a:pPr marL="228600" marR="0" lvl="0" indent="-2286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AutoNum type="arabicPeriod"/>
            </a:pPr>
            <a:r>
              <a:rPr lang="en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Select and delete image and click the icon to insert a different image</a:t>
            </a:r>
            <a:endParaRPr/>
          </a:p>
          <a:p>
            <a:pPr marL="228600" marR="0" lvl="0" indent="-2286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AutoNum type="arabicPeriod"/>
            </a:pPr>
            <a:r>
              <a:rPr lang="en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Use the crop tool to position the image within the shape. 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*Pic - THREE Images">
  <p:cSld name="*Pic - THREE Images">
    <p:bg>
      <p:bgPr>
        <a:solidFill>
          <a:schemeClr val="lt1"/>
        </a:solidFill>
        <a:effectLst/>
      </p:bgPr>
    </p:bg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39"/>
          <p:cNvSpPr txBox="1">
            <a:spLocks noGrp="1"/>
          </p:cNvSpPr>
          <p:nvPr>
            <p:ph type="body" idx="1"/>
          </p:nvPr>
        </p:nvSpPr>
        <p:spPr>
          <a:xfrm>
            <a:off x="0" y="2742091"/>
            <a:ext cx="9144000" cy="240140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28600" algn="l">
              <a:spcBef>
                <a:spcPts val="600"/>
              </a:spcBef>
              <a:spcAft>
                <a:spcPts val="0"/>
              </a:spcAft>
              <a:buClr>
                <a:srgbClr val="232425"/>
              </a:buClr>
              <a:buSzPts val="100"/>
              <a:buNone/>
              <a:defRPr sz="100"/>
            </a:lvl1pPr>
            <a:lvl2pPr marL="914400" lvl="1" indent="-342900" algn="l">
              <a:spcBef>
                <a:spcPts val="0"/>
              </a:spcBef>
              <a:spcAft>
                <a:spcPts val="0"/>
              </a:spcAft>
              <a:buClr>
                <a:srgbClr val="232425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0"/>
              </a:spcBef>
              <a:spcAft>
                <a:spcPts val="0"/>
              </a:spcAft>
              <a:buClr>
                <a:srgbClr val="232425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0"/>
              </a:spcBef>
              <a:spcAft>
                <a:spcPts val="0"/>
              </a:spcAft>
              <a:buClr>
                <a:srgbClr val="232425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0"/>
              </a:spcBef>
              <a:spcAft>
                <a:spcPts val="0"/>
              </a:spcAft>
              <a:buClr>
                <a:srgbClr val="232425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6" name="Google Shape;286;p39"/>
          <p:cNvSpPr>
            <a:spLocks noGrp="1"/>
          </p:cNvSpPr>
          <p:nvPr>
            <p:ph type="pic" idx="2"/>
          </p:nvPr>
        </p:nvSpPr>
        <p:spPr>
          <a:xfrm>
            <a:off x="218127" y="0"/>
            <a:ext cx="2990088" cy="2755232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87" name="Google Shape;287;p39"/>
          <p:cNvSpPr>
            <a:spLocks noGrp="1"/>
          </p:cNvSpPr>
          <p:nvPr>
            <p:ph type="pic" idx="3"/>
          </p:nvPr>
        </p:nvSpPr>
        <p:spPr>
          <a:xfrm>
            <a:off x="3194237" y="0"/>
            <a:ext cx="2990088" cy="2755232"/>
          </a:xfrm>
          <a:prstGeom prst="rect">
            <a:avLst/>
          </a:prstGeom>
          <a:solidFill>
            <a:srgbClr val="BFBFBF"/>
          </a:solidFill>
          <a:ln>
            <a:noFill/>
          </a:ln>
        </p:spPr>
      </p:sp>
      <p:sp>
        <p:nvSpPr>
          <p:cNvPr id="288" name="Google Shape;288;p39"/>
          <p:cNvSpPr>
            <a:spLocks noGrp="1"/>
          </p:cNvSpPr>
          <p:nvPr>
            <p:ph type="pic" idx="4"/>
          </p:nvPr>
        </p:nvSpPr>
        <p:spPr>
          <a:xfrm>
            <a:off x="6186112" y="0"/>
            <a:ext cx="2957888" cy="2755232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89" name="Google Shape;289;p39"/>
          <p:cNvSpPr txBox="1">
            <a:spLocks noGrp="1"/>
          </p:cNvSpPr>
          <p:nvPr>
            <p:ph type="body" idx="5"/>
          </p:nvPr>
        </p:nvSpPr>
        <p:spPr>
          <a:xfrm>
            <a:off x="469900" y="3893639"/>
            <a:ext cx="8434552" cy="1359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45700" anchor="t" anchorCtr="0">
            <a:noAutofit/>
          </a:bodyPr>
          <a:lstStyle>
            <a:lvl1pPr marL="457200" lvl="0" indent="-381000" algn="l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Char char="▪"/>
              <a:defRPr sz="2400">
                <a:solidFill>
                  <a:schemeClr val="lt1"/>
                </a:solidFill>
              </a:defRPr>
            </a:lvl1pPr>
            <a:lvl2pPr marL="914400" lvl="1" indent="-38100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–"/>
              <a:defRPr sz="2400">
                <a:solidFill>
                  <a:schemeClr val="lt1"/>
                </a:solidFill>
              </a:defRPr>
            </a:lvl2pPr>
            <a:lvl3pPr marL="1371600" lvl="2" indent="-35560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 sz="2000">
                <a:solidFill>
                  <a:schemeClr val="lt1"/>
                </a:solidFill>
              </a:defRPr>
            </a:lvl3pPr>
            <a:lvl4pPr marL="1828800" lvl="3" indent="-35560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Char char="–"/>
              <a:defRPr sz="2000">
                <a:solidFill>
                  <a:schemeClr val="lt1"/>
                </a:solidFill>
              </a:defRPr>
            </a:lvl4pPr>
            <a:lvl5pPr marL="2286000" lvl="4" indent="-35560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Char char="»"/>
              <a:defRPr sz="2000">
                <a:solidFill>
                  <a:schemeClr val="lt1"/>
                </a:solidFill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0" name="Google Shape;290;p39"/>
          <p:cNvSpPr txBox="1">
            <a:spLocks noGrp="1"/>
          </p:cNvSpPr>
          <p:nvPr>
            <p:ph type="title"/>
          </p:nvPr>
        </p:nvSpPr>
        <p:spPr>
          <a:xfrm>
            <a:off x="469900" y="3265038"/>
            <a:ext cx="8674100" cy="5903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 sz="2800" b="1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1" name="Google Shape;291;p39"/>
          <p:cNvSpPr txBox="1">
            <a:spLocks noGrp="1"/>
          </p:cNvSpPr>
          <p:nvPr>
            <p:ph type="sldNum" idx="12"/>
          </p:nvPr>
        </p:nvSpPr>
        <p:spPr>
          <a:xfrm>
            <a:off x="4343400" y="4855282"/>
            <a:ext cx="457200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ct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ct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ct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ct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ct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ct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ct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ct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92" name="Google Shape;292;p39"/>
          <p:cNvSpPr txBox="1">
            <a:spLocks noGrp="1"/>
          </p:cNvSpPr>
          <p:nvPr>
            <p:ph type="body" idx="6"/>
          </p:nvPr>
        </p:nvSpPr>
        <p:spPr>
          <a:xfrm>
            <a:off x="0" y="-2"/>
            <a:ext cx="2286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28600" algn="l">
              <a:spcBef>
                <a:spcPts val="600"/>
              </a:spcBef>
              <a:spcAft>
                <a:spcPts val="0"/>
              </a:spcAft>
              <a:buClr>
                <a:srgbClr val="232425"/>
              </a:buClr>
              <a:buSzPts val="100"/>
              <a:buNone/>
              <a:defRPr sz="100"/>
            </a:lvl1pPr>
            <a:lvl2pPr marL="914400" lvl="1" indent="-342900" algn="l">
              <a:spcBef>
                <a:spcPts val="0"/>
              </a:spcBef>
              <a:spcAft>
                <a:spcPts val="0"/>
              </a:spcAft>
              <a:buClr>
                <a:srgbClr val="232425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0"/>
              </a:spcBef>
              <a:spcAft>
                <a:spcPts val="0"/>
              </a:spcAft>
              <a:buClr>
                <a:srgbClr val="232425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0"/>
              </a:spcBef>
              <a:spcAft>
                <a:spcPts val="0"/>
              </a:spcAft>
              <a:buClr>
                <a:srgbClr val="232425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0"/>
              </a:spcBef>
              <a:spcAft>
                <a:spcPts val="0"/>
              </a:spcAft>
              <a:buClr>
                <a:srgbClr val="232425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3" name="Google Shape;293;p39"/>
          <p:cNvSpPr txBox="1"/>
          <p:nvPr/>
        </p:nvSpPr>
        <p:spPr>
          <a:xfrm>
            <a:off x="-1876478" y="0"/>
            <a:ext cx="1548931" cy="3385542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Instructions on replacing a current image:</a:t>
            </a:r>
            <a:endParaRPr/>
          </a:p>
          <a:p>
            <a:pPr marL="228600" marR="0" lvl="0" indent="-2286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AutoNum type="arabicPeriod"/>
            </a:pPr>
            <a:r>
              <a:rPr lang="en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Select and delete image and click the icon to insert a different image</a:t>
            </a:r>
            <a:endParaRPr/>
          </a:p>
          <a:p>
            <a:pPr marL="228600" marR="0" lvl="0" indent="-2286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AutoNum type="arabicPeriod"/>
            </a:pPr>
            <a:r>
              <a:rPr lang="en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Use the crop tool to position the image within the shape. 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*Pic - FOUR Images">
  <p:cSld name="*Pic - FOUR Images">
    <p:bg>
      <p:bgPr>
        <a:solidFill>
          <a:schemeClr val="lt1"/>
        </a:solidFill>
        <a:effectLst/>
      </p:bgPr>
    </p:bg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40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28600" algn="l">
              <a:spcBef>
                <a:spcPts val="600"/>
              </a:spcBef>
              <a:spcAft>
                <a:spcPts val="0"/>
              </a:spcAft>
              <a:buClr>
                <a:srgbClr val="232425"/>
              </a:buClr>
              <a:buSzPts val="100"/>
              <a:buNone/>
              <a:defRPr sz="100"/>
            </a:lvl1pPr>
            <a:lvl2pPr marL="914400" lvl="1" indent="-342900" algn="l">
              <a:spcBef>
                <a:spcPts val="0"/>
              </a:spcBef>
              <a:spcAft>
                <a:spcPts val="0"/>
              </a:spcAft>
              <a:buClr>
                <a:srgbClr val="232425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0"/>
              </a:spcBef>
              <a:spcAft>
                <a:spcPts val="0"/>
              </a:spcAft>
              <a:buClr>
                <a:srgbClr val="232425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0"/>
              </a:spcBef>
              <a:spcAft>
                <a:spcPts val="0"/>
              </a:spcAft>
              <a:buClr>
                <a:srgbClr val="232425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0"/>
              </a:spcBef>
              <a:spcAft>
                <a:spcPts val="0"/>
              </a:spcAft>
              <a:buClr>
                <a:srgbClr val="232425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6" name="Google Shape;296;p40"/>
          <p:cNvSpPr>
            <a:spLocks noGrp="1"/>
          </p:cNvSpPr>
          <p:nvPr>
            <p:ph type="pic" idx="2"/>
          </p:nvPr>
        </p:nvSpPr>
        <p:spPr>
          <a:xfrm>
            <a:off x="218127" y="1240631"/>
            <a:ext cx="2240280" cy="1678712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97" name="Google Shape;297;p40"/>
          <p:cNvSpPr>
            <a:spLocks noGrp="1"/>
          </p:cNvSpPr>
          <p:nvPr>
            <p:ph type="pic" idx="3"/>
          </p:nvPr>
        </p:nvSpPr>
        <p:spPr>
          <a:xfrm>
            <a:off x="2453235" y="1240631"/>
            <a:ext cx="2240280" cy="1678712"/>
          </a:xfrm>
          <a:prstGeom prst="rect">
            <a:avLst/>
          </a:prstGeom>
          <a:solidFill>
            <a:srgbClr val="BFBFBF"/>
          </a:solidFill>
          <a:ln>
            <a:noFill/>
          </a:ln>
        </p:spPr>
      </p:sp>
      <p:sp>
        <p:nvSpPr>
          <p:cNvPr id="298" name="Google Shape;298;p40"/>
          <p:cNvSpPr>
            <a:spLocks noGrp="1"/>
          </p:cNvSpPr>
          <p:nvPr>
            <p:ph type="pic" idx="4"/>
          </p:nvPr>
        </p:nvSpPr>
        <p:spPr>
          <a:xfrm>
            <a:off x="4688341" y="1240631"/>
            <a:ext cx="2240280" cy="1678712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99" name="Google Shape;299;p40"/>
          <p:cNvSpPr>
            <a:spLocks noGrp="1"/>
          </p:cNvSpPr>
          <p:nvPr>
            <p:ph type="pic" idx="5"/>
          </p:nvPr>
        </p:nvSpPr>
        <p:spPr>
          <a:xfrm>
            <a:off x="6906022" y="1240631"/>
            <a:ext cx="2240280" cy="1678712"/>
          </a:xfrm>
          <a:prstGeom prst="rect">
            <a:avLst/>
          </a:prstGeom>
          <a:solidFill>
            <a:srgbClr val="BFBFBF"/>
          </a:solidFill>
          <a:ln>
            <a:noFill/>
          </a:ln>
        </p:spPr>
      </p:sp>
      <p:sp>
        <p:nvSpPr>
          <p:cNvPr id="300" name="Google Shape;300;p40"/>
          <p:cNvSpPr txBox="1">
            <a:spLocks noGrp="1"/>
          </p:cNvSpPr>
          <p:nvPr>
            <p:ph type="body" idx="6"/>
          </p:nvPr>
        </p:nvSpPr>
        <p:spPr>
          <a:xfrm>
            <a:off x="469900" y="3484064"/>
            <a:ext cx="8434552" cy="1359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45700" anchor="t" anchorCtr="0">
            <a:noAutofit/>
          </a:bodyPr>
          <a:lstStyle>
            <a:lvl1pPr marL="457200" lvl="0" indent="-381000" algn="l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Char char="▪"/>
              <a:defRPr sz="2400">
                <a:solidFill>
                  <a:schemeClr val="lt1"/>
                </a:solidFill>
              </a:defRPr>
            </a:lvl1pPr>
            <a:lvl2pPr marL="914400" lvl="1" indent="-38100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–"/>
              <a:defRPr sz="2400">
                <a:solidFill>
                  <a:schemeClr val="lt1"/>
                </a:solidFill>
              </a:defRPr>
            </a:lvl2pPr>
            <a:lvl3pPr marL="1371600" lvl="2" indent="-35560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 sz="2000">
                <a:solidFill>
                  <a:schemeClr val="lt1"/>
                </a:solidFill>
              </a:defRPr>
            </a:lvl3pPr>
            <a:lvl4pPr marL="1828800" lvl="3" indent="-35560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Char char="–"/>
              <a:defRPr sz="2000">
                <a:solidFill>
                  <a:schemeClr val="lt1"/>
                </a:solidFill>
              </a:defRPr>
            </a:lvl4pPr>
            <a:lvl5pPr marL="2286000" lvl="4" indent="-35560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Char char="»"/>
              <a:defRPr sz="2000">
                <a:solidFill>
                  <a:schemeClr val="lt1"/>
                </a:solidFill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01" name="Google Shape;301;p40"/>
          <p:cNvSpPr txBox="1">
            <a:spLocks noGrp="1"/>
          </p:cNvSpPr>
          <p:nvPr>
            <p:ph type="title"/>
          </p:nvPr>
        </p:nvSpPr>
        <p:spPr>
          <a:xfrm>
            <a:off x="457201" y="358378"/>
            <a:ext cx="8372901" cy="6217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2" name="Google Shape;302;p40"/>
          <p:cNvSpPr txBox="1">
            <a:spLocks noGrp="1"/>
          </p:cNvSpPr>
          <p:nvPr>
            <p:ph type="body" idx="7"/>
          </p:nvPr>
        </p:nvSpPr>
        <p:spPr>
          <a:xfrm>
            <a:off x="218128" y="2948823"/>
            <a:ext cx="2238469" cy="3583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45700" anchor="t" anchorCtr="0">
            <a:noAutofit/>
          </a:bodyPr>
          <a:lstStyle>
            <a:lvl1pPr marL="457200" lvl="0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0">
                <a:solidFill>
                  <a:schemeClr val="lt1"/>
                </a:solidFill>
              </a:defRPr>
            </a:lvl1pPr>
            <a:lvl2pPr marL="914400" lvl="1" indent="-342900" algn="l">
              <a:spcBef>
                <a:spcPts val="0"/>
              </a:spcBef>
              <a:spcAft>
                <a:spcPts val="0"/>
              </a:spcAft>
              <a:buClr>
                <a:srgbClr val="232425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0"/>
              </a:spcBef>
              <a:spcAft>
                <a:spcPts val="0"/>
              </a:spcAft>
              <a:buClr>
                <a:srgbClr val="232425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0"/>
              </a:spcBef>
              <a:spcAft>
                <a:spcPts val="0"/>
              </a:spcAft>
              <a:buClr>
                <a:srgbClr val="232425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0"/>
              </a:spcBef>
              <a:spcAft>
                <a:spcPts val="0"/>
              </a:spcAft>
              <a:buClr>
                <a:srgbClr val="232425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03" name="Google Shape;303;p40"/>
          <p:cNvSpPr txBox="1">
            <a:spLocks noGrp="1"/>
          </p:cNvSpPr>
          <p:nvPr>
            <p:ph type="body" idx="8"/>
          </p:nvPr>
        </p:nvSpPr>
        <p:spPr>
          <a:xfrm>
            <a:off x="2442595" y="2948823"/>
            <a:ext cx="2238469" cy="3583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45700" anchor="t" anchorCtr="0">
            <a:noAutofit/>
          </a:bodyPr>
          <a:lstStyle>
            <a:lvl1pPr marL="457200" lvl="0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0">
                <a:solidFill>
                  <a:schemeClr val="lt1"/>
                </a:solidFill>
              </a:defRPr>
            </a:lvl1pPr>
            <a:lvl2pPr marL="914400" lvl="1" indent="-342900" algn="l">
              <a:spcBef>
                <a:spcPts val="0"/>
              </a:spcBef>
              <a:spcAft>
                <a:spcPts val="0"/>
              </a:spcAft>
              <a:buClr>
                <a:srgbClr val="232425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0"/>
              </a:spcBef>
              <a:spcAft>
                <a:spcPts val="0"/>
              </a:spcAft>
              <a:buClr>
                <a:srgbClr val="232425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0"/>
              </a:spcBef>
              <a:spcAft>
                <a:spcPts val="0"/>
              </a:spcAft>
              <a:buClr>
                <a:srgbClr val="232425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0"/>
              </a:spcBef>
              <a:spcAft>
                <a:spcPts val="0"/>
              </a:spcAft>
              <a:buClr>
                <a:srgbClr val="232425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04" name="Google Shape;304;p40"/>
          <p:cNvSpPr txBox="1">
            <a:spLocks noGrp="1"/>
          </p:cNvSpPr>
          <p:nvPr>
            <p:ph type="body" idx="9"/>
          </p:nvPr>
        </p:nvSpPr>
        <p:spPr>
          <a:xfrm>
            <a:off x="4681064" y="2948823"/>
            <a:ext cx="2238469" cy="3583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45700" anchor="t" anchorCtr="0">
            <a:noAutofit/>
          </a:bodyPr>
          <a:lstStyle>
            <a:lvl1pPr marL="457200" lvl="0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0">
                <a:solidFill>
                  <a:schemeClr val="lt1"/>
                </a:solidFill>
              </a:defRPr>
            </a:lvl1pPr>
            <a:lvl2pPr marL="914400" lvl="1" indent="-342900" algn="l">
              <a:spcBef>
                <a:spcPts val="0"/>
              </a:spcBef>
              <a:spcAft>
                <a:spcPts val="0"/>
              </a:spcAft>
              <a:buClr>
                <a:srgbClr val="232425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0"/>
              </a:spcBef>
              <a:spcAft>
                <a:spcPts val="0"/>
              </a:spcAft>
              <a:buClr>
                <a:srgbClr val="232425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0"/>
              </a:spcBef>
              <a:spcAft>
                <a:spcPts val="0"/>
              </a:spcAft>
              <a:buClr>
                <a:srgbClr val="232425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0"/>
              </a:spcBef>
              <a:spcAft>
                <a:spcPts val="0"/>
              </a:spcAft>
              <a:buClr>
                <a:srgbClr val="232425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05" name="Google Shape;305;p40"/>
          <p:cNvSpPr txBox="1">
            <a:spLocks noGrp="1"/>
          </p:cNvSpPr>
          <p:nvPr>
            <p:ph type="body" idx="13"/>
          </p:nvPr>
        </p:nvSpPr>
        <p:spPr>
          <a:xfrm>
            <a:off x="6905532" y="2948823"/>
            <a:ext cx="2238469" cy="3583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45700" anchor="t" anchorCtr="0">
            <a:noAutofit/>
          </a:bodyPr>
          <a:lstStyle>
            <a:lvl1pPr marL="457200" lvl="0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0">
                <a:solidFill>
                  <a:schemeClr val="lt1"/>
                </a:solidFill>
              </a:defRPr>
            </a:lvl1pPr>
            <a:lvl2pPr marL="914400" lvl="1" indent="-342900" algn="l">
              <a:spcBef>
                <a:spcPts val="0"/>
              </a:spcBef>
              <a:spcAft>
                <a:spcPts val="0"/>
              </a:spcAft>
              <a:buClr>
                <a:srgbClr val="232425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0"/>
              </a:spcBef>
              <a:spcAft>
                <a:spcPts val="0"/>
              </a:spcAft>
              <a:buClr>
                <a:srgbClr val="232425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0"/>
              </a:spcBef>
              <a:spcAft>
                <a:spcPts val="0"/>
              </a:spcAft>
              <a:buClr>
                <a:srgbClr val="232425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0"/>
              </a:spcBef>
              <a:spcAft>
                <a:spcPts val="0"/>
              </a:spcAft>
              <a:buClr>
                <a:srgbClr val="232425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06" name="Google Shape;306;p40"/>
          <p:cNvSpPr txBox="1">
            <a:spLocks noGrp="1"/>
          </p:cNvSpPr>
          <p:nvPr>
            <p:ph type="sldNum" idx="12"/>
          </p:nvPr>
        </p:nvSpPr>
        <p:spPr>
          <a:xfrm>
            <a:off x="4343400" y="4855282"/>
            <a:ext cx="457200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ct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ct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ct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ct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ct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ct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ct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ct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07" name="Google Shape;307;p40"/>
          <p:cNvSpPr txBox="1">
            <a:spLocks noGrp="1"/>
          </p:cNvSpPr>
          <p:nvPr>
            <p:ph type="ftr" idx="11"/>
          </p:nvPr>
        </p:nvSpPr>
        <p:spPr>
          <a:xfrm>
            <a:off x="0" y="-1"/>
            <a:ext cx="228600" cy="514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08" name="Google Shape;308;p40"/>
          <p:cNvSpPr txBox="1">
            <a:spLocks noGrp="1"/>
          </p:cNvSpPr>
          <p:nvPr>
            <p:ph type="body" idx="14"/>
          </p:nvPr>
        </p:nvSpPr>
        <p:spPr>
          <a:xfrm>
            <a:off x="0" y="-2"/>
            <a:ext cx="2286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28600" algn="l">
              <a:spcBef>
                <a:spcPts val="600"/>
              </a:spcBef>
              <a:spcAft>
                <a:spcPts val="0"/>
              </a:spcAft>
              <a:buClr>
                <a:srgbClr val="232425"/>
              </a:buClr>
              <a:buSzPts val="100"/>
              <a:buNone/>
              <a:defRPr sz="100"/>
            </a:lvl1pPr>
            <a:lvl2pPr marL="914400" lvl="1" indent="-342900" algn="l">
              <a:spcBef>
                <a:spcPts val="0"/>
              </a:spcBef>
              <a:spcAft>
                <a:spcPts val="0"/>
              </a:spcAft>
              <a:buClr>
                <a:srgbClr val="232425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0"/>
              </a:spcBef>
              <a:spcAft>
                <a:spcPts val="0"/>
              </a:spcAft>
              <a:buClr>
                <a:srgbClr val="232425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0"/>
              </a:spcBef>
              <a:spcAft>
                <a:spcPts val="0"/>
              </a:spcAft>
              <a:buClr>
                <a:srgbClr val="232425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0"/>
              </a:spcBef>
              <a:spcAft>
                <a:spcPts val="0"/>
              </a:spcAft>
              <a:buClr>
                <a:srgbClr val="232425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09" name="Google Shape;309;p40"/>
          <p:cNvSpPr txBox="1"/>
          <p:nvPr/>
        </p:nvSpPr>
        <p:spPr>
          <a:xfrm>
            <a:off x="-1876478" y="0"/>
            <a:ext cx="1548931" cy="3385542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Instructions on replacing a current image:</a:t>
            </a:r>
            <a:endParaRPr/>
          </a:p>
          <a:p>
            <a:pPr marL="228600" marR="0" lvl="0" indent="-2286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AutoNum type="arabicPeriod"/>
            </a:pPr>
            <a:r>
              <a:rPr lang="en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Select and delete image and click the icon to insert a different image</a:t>
            </a:r>
            <a:endParaRPr/>
          </a:p>
          <a:p>
            <a:pPr marL="228600" marR="0" lvl="0" indent="-2286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AutoNum type="arabicPeriod"/>
            </a:pPr>
            <a:r>
              <a:rPr lang="en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Use the crop tool to position the image within the shape. 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Google Shape;51;p13" descr="C:\Users\amiesen\Desktop\anlrgbpptlogo.png"/>
          <p:cNvPicPr preferRelativeResize="0"/>
          <p:nvPr/>
        </p:nvPicPr>
        <p:blipFill rotWithShape="1">
          <a:blip r:embed="rId26">
            <a:alphaModFix/>
          </a:blip>
          <a:srcRect/>
          <a:stretch/>
        </p:blipFill>
        <p:spPr>
          <a:xfrm>
            <a:off x="8111490" y="4799992"/>
            <a:ext cx="775768" cy="279469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13"/>
          <p:cNvSpPr txBox="1">
            <a:spLocks noGrp="1"/>
          </p:cNvSpPr>
          <p:nvPr>
            <p:ph type="title"/>
          </p:nvPr>
        </p:nvSpPr>
        <p:spPr>
          <a:xfrm>
            <a:off x="457201" y="358378"/>
            <a:ext cx="8372901" cy="6217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R="0" lvl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232425"/>
              </a:buClr>
              <a:buSzPts val="2800"/>
              <a:buFont typeface="Arial"/>
              <a:buNone/>
              <a:defRPr sz="2800" b="1" i="0" u="none" strike="noStrike" cap="none">
                <a:solidFill>
                  <a:srgbClr val="23242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body" idx="1"/>
          </p:nvPr>
        </p:nvSpPr>
        <p:spPr>
          <a:xfrm>
            <a:off x="457201" y="1393826"/>
            <a:ext cx="8372901" cy="33170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45700" anchor="t" anchorCtr="0">
            <a:noAutofit/>
          </a:bodyPr>
          <a:lstStyle>
            <a:lvl1pPr marL="457200" marR="0" lvl="0" indent="-342900" algn="l" rtl="0">
              <a:spcBef>
                <a:spcPts val="600"/>
              </a:spcBef>
              <a:spcAft>
                <a:spcPts val="0"/>
              </a:spcAft>
              <a:buClr>
                <a:srgbClr val="232425"/>
              </a:buClr>
              <a:buSzPts val="1800"/>
              <a:buFont typeface="Noto Sans Symbols"/>
              <a:buChar char="▪"/>
              <a:defRPr sz="1800" b="0" i="0" u="none" strike="noStrike" cap="none">
                <a:solidFill>
                  <a:srgbClr val="23242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spcBef>
                <a:spcPts val="0"/>
              </a:spcBef>
              <a:spcAft>
                <a:spcPts val="0"/>
              </a:spcAft>
              <a:buClr>
                <a:srgbClr val="232425"/>
              </a:buClr>
              <a:buSzPts val="1800"/>
              <a:buFont typeface="Arial"/>
              <a:buChar char="–"/>
              <a:defRPr sz="1800" b="0" i="0" u="none" strike="noStrike" cap="none">
                <a:solidFill>
                  <a:srgbClr val="23242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spcBef>
                <a:spcPts val="0"/>
              </a:spcBef>
              <a:spcAft>
                <a:spcPts val="0"/>
              </a:spcAft>
              <a:buClr>
                <a:srgbClr val="232425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23242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spcBef>
                <a:spcPts val="0"/>
              </a:spcBef>
              <a:spcAft>
                <a:spcPts val="0"/>
              </a:spcAft>
              <a:buClr>
                <a:srgbClr val="232425"/>
              </a:buClr>
              <a:buSzPts val="1800"/>
              <a:buFont typeface="Arial"/>
              <a:buChar char="–"/>
              <a:defRPr sz="1800" b="0" i="0" u="none" strike="noStrike" cap="none">
                <a:solidFill>
                  <a:srgbClr val="23242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spcBef>
                <a:spcPts val="0"/>
              </a:spcBef>
              <a:spcAft>
                <a:spcPts val="0"/>
              </a:spcAft>
              <a:buClr>
                <a:srgbClr val="232425"/>
              </a:buClr>
              <a:buSzPts val="1800"/>
              <a:buFont typeface="Arial"/>
              <a:buChar char="»"/>
              <a:defRPr sz="1800" b="0" i="0" u="none" strike="noStrike" cap="none">
                <a:solidFill>
                  <a:srgbClr val="23242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sldNum" idx="12"/>
          </p:nvPr>
        </p:nvSpPr>
        <p:spPr>
          <a:xfrm>
            <a:off x="4343400" y="4855282"/>
            <a:ext cx="457200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>
            <a:lvl1pPr marL="0" marR="0" lvl="0" indent="0" algn="ctr" rtl="0">
              <a:spcBef>
                <a:spcPts val="0"/>
              </a:spcBef>
              <a:buNone/>
              <a:defRPr sz="10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 rtl="0">
              <a:spcBef>
                <a:spcPts val="0"/>
              </a:spcBef>
              <a:buNone/>
              <a:defRPr sz="10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 rtl="0">
              <a:spcBef>
                <a:spcPts val="0"/>
              </a:spcBef>
              <a:buNone/>
              <a:defRPr sz="10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 rtl="0">
              <a:spcBef>
                <a:spcPts val="0"/>
              </a:spcBef>
              <a:buNone/>
              <a:defRPr sz="10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 rtl="0">
              <a:spcBef>
                <a:spcPts val="0"/>
              </a:spcBef>
              <a:buNone/>
              <a:defRPr sz="10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 rtl="0">
              <a:spcBef>
                <a:spcPts val="0"/>
              </a:spcBef>
              <a:buNone/>
              <a:defRPr sz="10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 rtl="0">
              <a:spcBef>
                <a:spcPts val="0"/>
              </a:spcBef>
              <a:buNone/>
              <a:defRPr sz="10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 rtl="0">
              <a:spcBef>
                <a:spcPts val="0"/>
              </a:spcBef>
              <a:buNone/>
              <a:defRPr sz="10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 rtl="0">
              <a:spcBef>
                <a:spcPts val="0"/>
              </a:spcBef>
              <a:buNone/>
              <a:defRPr sz="10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5" name="Google Shape;55;p13"/>
          <p:cNvSpPr/>
          <p:nvPr/>
        </p:nvSpPr>
        <p:spPr>
          <a:xfrm>
            <a:off x="0" y="-2"/>
            <a:ext cx="228600" cy="514350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0" anchor="b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" b="0" i="0" u="none" strike="noStrike" cap="non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6" name="Google Shape;56;p13"/>
          <p:cNvPicPr preferRelativeResize="0"/>
          <p:nvPr/>
        </p:nvPicPr>
        <p:blipFill rotWithShape="1">
          <a:blip r:embed="rId27">
            <a:alphaModFix/>
          </a:blip>
          <a:srcRect/>
          <a:stretch/>
        </p:blipFill>
        <p:spPr>
          <a:xfrm>
            <a:off x="457201" y="4827084"/>
            <a:ext cx="1418753" cy="180440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  <p:sldLayoutId id="2147483675" r:id="rId14"/>
    <p:sldLayoutId id="2147483676" r:id="rId15"/>
    <p:sldLayoutId id="2147483677" r:id="rId16"/>
    <p:sldLayoutId id="2147483678" r:id="rId17"/>
    <p:sldLayoutId id="2147483679" r:id="rId18"/>
    <p:sldLayoutId id="2147483680" r:id="rId19"/>
    <p:sldLayoutId id="2147483681" r:id="rId20"/>
    <p:sldLayoutId id="2147483682" r:id="rId21"/>
    <p:sldLayoutId id="2147483683" r:id="rId22"/>
    <p:sldLayoutId id="2147483684" r:id="rId23"/>
    <p:sldLayoutId id="2147483685" r:id="rId24"/>
  </p:sldLayoutIdLst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F752DB-509A-8B00-6F0D-61DB6C29C2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2400" b="0">
                <a:solidFill>
                  <a:schemeClr val="tx2">
                    <a:lumMod val="60000"/>
                    <a:lumOff val="40000"/>
                  </a:schemeClr>
                </a:solidFill>
              </a:rPr>
              <a:t>Scientific Motivation</a:t>
            </a:r>
          </a:p>
          <a:p>
            <a:r>
              <a:rPr lang="en-US"/>
              <a:t>Nuclear </a:t>
            </a:r>
            <a:r>
              <a:rPr lang="en-US" err="1"/>
              <a:t>Gluonometry</a:t>
            </a:r>
            <a:endParaRPr lang="en-US"/>
          </a:p>
          <a:p>
            <a:r>
              <a:rPr lang="en-US" sz="1800" b="0"/>
              <a:t>Slides from J. Maxwell (JLab)</a:t>
            </a:r>
          </a:p>
        </p:txBody>
      </p:sp>
    </p:spTree>
    <p:extLst>
      <p:ext uri="{BB962C8B-B14F-4D97-AF65-F5344CB8AC3E}">
        <p14:creationId xmlns:p14="http://schemas.microsoft.com/office/powerpoint/2010/main" val="32624608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47"/>
          <p:cNvSpPr txBox="1">
            <a:spLocks noGrp="1"/>
          </p:cNvSpPr>
          <p:nvPr>
            <p:ph type="title"/>
          </p:nvPr>
        </p:nvSpPr>
        <p:spPr>
          <a:xfrm>
            <a:off x="457201" y="358378"/>
            <a:ext cx="8372901" cy="6217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232425"/>
              </a:buClr>
              <a:buSzPts val="2800"/>
              <a:buFont typeface="Arial"/>
              <a:buNone/>
            </a:pPr>
            <a:r>
              <a:rPr lang="en"/>
              <a:t>Gluon Structure of Nuclei</a:t>
            </a:r>
            <a:endParaRPr/>
          </a:p>
        </p:txBody>
      </p:sp>
      <p:sp>
        <p:nvSpPr>
          <p:cNvPr id="364" name="Google Shape;364;p47"/>
          <p:cNvSpPr txBox="1">
            <a:spLocks noGrp="1"/>
          </p:cNvSpPr>
          <p:nvPr>
            <p:ph type="sldNum" idx="12"/>
          </p:nvPr>
        </p:nvSpPr>
        <p:spPr>
          <a:xfrm>
            <a:off x="4343400" y="4855282"/>
            <a:ext cx="457200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</a:t>
            </a:fld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F2B0798-72A1-BDD3-D1F8-5BB0E4D2EE69}"/>
              </a:ext>
            </a:extLst>
          </p:cNvPr>
          <p:cNvSpPr txBox="1"/>
          <p:nvPr/>
        </p:nvSpPr>
        <p:spPr>
          <a:xfrm>
            <a:off x="392570" y="927783"/>
            <a:ext cx="252344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Slides from J. Maxwell (JLab)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26F81221-F5DA-53A5-2229-A8D0463E1D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781" y="1300382"/>
            <a:ext cx="8023740" cy="3484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21074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35EDA9-E8DB-B86D-02F5-124D3361B0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Double Helicity-Flip Structure Function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8727B0D-E16D-70F9-08DD-4F21008290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485" y="1294786"/>
            <a:ext cx="8103896" cy="3147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95112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73BE07-ECC3-7AAB-7EBC-DCCE7A32DD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Double Helicity-Flip Structure Function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63159FF-22B3-CC16-E796-A3EEDEF9A7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2589" y="1114210"/>
            <a:ext cx="7458822" cy="34051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48516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0">
          <a:extLst>
            <a:ext uri="{FF2B5EF4-FFF2-40B4-BE49-F238E27FC236}">
              <a16:creationId xmlns:a16="http://schemas.microsoft.com/office/drawing/2014/main" id="{C3CD1204-2207-60E0-6674-FBF554FB79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47">
            <a:extLst>
              <a:ext uri="{FF2B5EF4-FFF2-40B4-BE49-F238E27FC236}">
                <a16:creationId xmlns:a16="http://schemas.microsoft.com/office/drawing/2014/main" id="{279B3DBD-F959-BA16-FB78-975A075180F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1" y="358378"/>
            <a:ext cx="8372901" cy="6217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lvl="0"/>
            <a:r>
              <a:rPr lang="en"/>
              <a:t>Differential Cross Secion</a:t>
            </a:r>
            <a:endParaRPr/>
          </a:p>
        </p:txBody>
      </p:sp>
      <p:sp>
        <p:nvSpPr>
          <p:cNvPr id="364" name="Google Shape;364;p47">
            <a:extLst>
              <a:ext uri="{FF2B5EF4-FFF2-40B4-BE49-F238E27FC236}">
                <a16:creationId xmlns:a16="http://schemas.microsoft.com/office/drawing/2014/main" id="{25DEFAA0-FE16-DA8D-0B55-5DFDDC167ED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343400" y="4855282"/>
            <a:ext cx="457200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</a:t>
            </a:fld>
            <a:endParaRPr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1557F185-609F-15FC-4C5D-E01106B1B1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3796" y="1275174"/>
            <a:ext cx="7096408" cy="3312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90266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0">
          <a:extLst>
            <a:ext uri="{FF2B5EF4-FFF2-40B4-BE49-F238E27FC236}">
              <a16:creationId xmlns:a16="http://schemas.microsoft.com/office/drawing/2014/main" id="{42715D4A-EB19-6E8C-17BB-5C20FC6E86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47">
            <a:extLst>
              <a:ext uri="{FF2B5EF4-FFF2-40B4-BE49-F238E27FC236}">
                <a16:creationId xmlns:a16="http://schemas.microsoft.com/office/drawing/2014/main" id="{90443CC6-22EE-AD08-AAF1-A3D1F45F092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1" y="358378"/>
            <a:ext cx="8372901" cy="6217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lvl="0"/>
            <a:r>
              <a:rPr lang="en"/>
              <a:t>Measurement</a:t>
            </a:r>
            <a:endParaRPr/>
          </a:p>
        </p:txBody>
      </p:sp>
      <p:sp>
        <p:nvSpPr>
          <p:cNvPr id="364" name="Google Shape;364;p47">
            <a:extLst>
              <a:ext uri="{FF2B5EF4-FFF2-40B4-BE49-F238E27FC236}">
                <a16:creationId xmlns:a16="http://schemas.microsoft.com/office/drawing/2014/main" id="{D7138A65-5086-29F6-57BF-24FE5AD7FCD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343400" y="4855282"/>
            <a:ext cx="457200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6</a:t>
            </a:fld>
            <a:endParaRPr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5322494-E66E-2BAB-9431-C8CDBA8DE8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5175" y="1018776"/>
            <a:ext cx="5500763" cy="122909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FE06335-A2FA-B4B9-F1AB-BF520EEC4E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85175" y="2385426"/>
            <a:ext cx="5500762" cy="2369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40527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0">
          <a:extLst>
            <a:ext uri="{FF2B5EF4-FFF2-40B4-BE49-F238E27FC236}">
              <a16:creationId xmlns:a16="http://schemas.microsoft.com/office/drawing/2014/main" id="{7A9B7441-CDC9-B0E9-AF43-05A6D12E30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47">
            <a:extLst>
              <a:ext uri="{FF2B5EF4-FFF2-40B4-BE49-F238E27FC236}">
                <a16:creationId xmlns:a16="http://schemas.microsoft.com/office/drawing/2014/main" id="{8EA07D1F-AF1B-D103-2ADF-1D8AA1D8F9C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1" y="358378"/>
            <a:ext cx="8372901" cy="6217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lvl="0"/>
            <a:r>
              <a:rPr lang="en"/>
              <a:t>Measurement</a:t>
            </a:r>
            <a:endParaRPr/>
          </a:p>
        </p:txBody>
      </p:sp>
      <p:sp>
        <p:nvSpPr>
          <p:cNvPr id="364" name="Google Shape;364;p47">
            <a:extLst>
              <a:ext uri="{FF2B5EF4-FFF2-40B4-BE49-F238E27FC236}">
                <a16:creationId xmlns:a16="http://schemas.microsoft.com/office/drawing/2014/main" id="{066FC568-EB06-0B2C-9674-CC2B4BCA161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343400" y="4855282"/>
            <a:ext cx="457200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7</a:t>
            </a:fld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5911B6D-CE5C-9018-D3A7-08FECAF79B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591" y="1235147"/>
            <a:ext cx="7528307" cy="33990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85081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F548C8-E0B4-DE55-E0BC-505E09A348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Experimental Approach</a:t>
            </a:r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97F0EB1-2DCA-D94C-83BF-671F7822C5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385" y="1081525"/>
            <a:ext cx="7286475" cy="3763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80901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AAEA64-86BD-9E86-66A7-E50FB81B71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Experimental Approach</a:t>
            </a:r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FEF04D0-D36E-3F56-8A07-A6E2847282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1375" y="1066561"/>
            <a:ext cx="7171738" cy="378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02852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AE052A-1D85-6FB4-8D78-220D70522E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921F94-DDD0-F57E-3511-2C5372AA25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2400" b="0">
                <a:solidFill>
                  <a:schemeClr val="tx2">
                    <a:lumMod val="60000"/>
                    <a:lumOff val="40000"/>
                  </a:schemeClr>
                </a:solidFill>
              </a:rPr>
              <a:t>Scientific Motivation</a:t>
            </a:r>
          </a:p>
          <a:p>
            <a:r>
              <a:rPr lang="en-US"/>
              <a:t>Polarized EMC Effects</a:t>
            </a:r>
          </a:p>
          <a:p>
            <a:r>
              <a:rPr lang="en-US" sz="1800" b="0"/>
              <a:t>Slides from I. Cloet (Argonne)</a:t>
            </a:r>
          </a:p>
        </p:txBody>
      </p:sp>
    </p:spTree>
    <p:extLst>
      <p:ext uri="{BB962C8B-B14F-4D97-AF65-F5344CB8AC3E}">
        <p14:creationId xmlns:p14="http://schemas.microsoft.com/office/powerpoint/2010/main" val="10277540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C41A58-C114-1FAC-FA75-0AB240C8B8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7B1D9D-B9F0-25BA-251D-AE35D7DB92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EMC Effect</a:t>
            </a:r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9F8C311-0D3E-59DD-1F31-D8CD5ED8FD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263" y="1054167"/>
            <a:ext cx="7324775" cy="3765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32760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A30406-8A90-FA94-0CD0-D3ABB49EF0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Spin and Gluon EMC Effect</a:t>
            </a:r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A17F479-D9E9-D439-9E67-73C016783D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1313" y="1089199"/>
            <a:ext cx="7248176" cy="3731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78413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7EB45F-D607-4291-5CEA-7E3255527E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B5DBBB-AB9D-95A9-DA2E-EFB61BDEF9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Polarized EMC Effect for Spin-1 Nuclei</a:t>
            </a:r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4E6C3F1-722B-A205-7CA5-D81C491D7B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9282" y="1072995"/>
            <a:ext cx="7188617" cy="3658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15376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5ECC05-DEC5-1D69-40A2-A881E57A22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B86DF5-3394-129A-BE31-DD8440B056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2400" b="0">
                <a:solidFill>
                  <a:schemeClr val="tx2">
                    <a:lumMod val="60000"/>
                    <a:lumOff val="40000"/>
                  </a:schemeClr>
                </a:solidFill>
              </a:rPr>
              <a:t>Scientific Motivation</a:t>
            </a:r>
          </a:p>
          <a:p>
            <a:r>
              <a:rPr lang="en-US"/>
              <a:t>New Ideas?</a:t>
            </a:r>
          </a:p>
        </p:txBody>
      </p:sp>
    </p:spTree>
    <p:extLst>
      <p:ext uri="{BB962C8B-B14F-4D97-AF65-F5344CB8AC3E}">
        <p14:creationId xmlns:p14="http://schemas.microsoft.com/office/powerpoint/2010/main" val="26974165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456BE5-5616-F045-936E-AD392BEF44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976B52-8B9B-BA8E-8BA6-C97D8026F0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New Ideas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33561D6-6D6B-BC8C-6986-3043827963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D800928-171D-8483-1493-67D55D76B999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42691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8727BA-9811-CC5B-684E-6B6AFE5686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C1220F-D809-9CCC-4E86-FABD873CDF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2400" b="0">
                <a:solidFill>
                  <a:schemeClr val="tx2">
                    <a:lumMod val="60000"/>
                    <a:lumOff val="40000"/>
                  </a:schemeClr>
                </a:solidFill>
              </a:rPr>
              <a:t>Technical Challenges</a:t>
            </a:r>
          </a:p>
        </p:txBody>
      </p:sp>
    </p:spTree>
    <p:extLst>
      <p:ext uri="{BB962C8B-B14F-4D97-AF65-F5344CB8AC3E}">
        <p14:creationId xmlns:p14="http://schemas.microsoft.com/office/powerpoint/2010/main" val="925657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35F9DF-7070-319E-14B8-BE4DCEA880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From Reviewers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CC85617-2F65-6A76-2E17-36805CFF9A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255" y="1254085"/>
            <a:ext cx="7990228" cy="157490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F883FE6-CC45-AEE7-1FD7-B74317FF43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255" y="3350539"/>
            <a:ext cx="7990228" cy="663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38142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A9DBA6-47C5-CEED-1537-081117626A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89D573-F14E-DA40-A2A1-1998AF7FE9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From Reviewers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42A66B9-ACE9-43B0-D90A-576F08C252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279" y="1329814"/>
            <a:ext cx="7985441" cy="76243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8541C1F-0E71-46D2-FAF2-06EEF141A3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279" y="2312806"/>
            <a:ext cx="8107519" cy="72436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4C571F9-27B3-089E-8059-DEA9F469A3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9279" y="3415436"/>
            <a:ext cx="7063862" cy="368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29247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C4B6B2-3DCD-9EB9-FEDE-6F9AAD5BC6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From Reviewers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22FD250-6C16-E1CD-F906-208E7A7443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021" y="1084149"/>
            <a:ext cx="7896874" cy="3793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57939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77D93E-4E36-F15E-F3C2-2A7AA4590A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56F1E2-F314-7ABF-7DF5-3E1D02C0D9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Doppler Broadening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D32DE75-B0CB-B7B2-2FED-F020BCF088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1BC8692-63FA-521B-B4A7-EFD9F83B8A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312" y="1440463"/>
            <a:ext cx="6340957" cy="170783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4DC27CE-4575-B1B6-E958-CFCF5C87790B}"/>
              </a:ext>
            </a:extLst>
          </p:cNvPr>
          <p:cNvSpPr txBox="1"/>
          <p:nvPr/>
        </p:nvSpPr>
        <p:spPr>
          <a:xfrm>
            <a:off x="624760" y="3040572"/>
            <a:ext cx="4765892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a-DK" sz="800" b="1">
                <a:solidFill>
                  <a:srgbClr val="00B050"/>
                </a:solidFill>
              </a:rPr>
              <a:t>E. G. Meyers, A. J. Mendez, B. G. Schmidt, et al., </a:t>
            </a:r>
            <a:r>
              <a:rPr lang="en-US" sz="800" b="0" i="0" u="none" strike="noStrike" baseline="0">
                <a:solidFill>
                  <a:srgbClr val="00B050"/>
                </a:solidFill>
                <a:latin typeface="Montserrat-Regular"/>
              </a:rPr>
              <a:t>AIP Conference Proceedings </a:t>
            </a:r>
            <a:r>
              <a:rPr lang="en-US" sz="800" b="1" i="0" u="none" strike="noStrike" baseline="0">
                <a:solidFill>
                  <a:srgbClr val="00B050"/>
                </a:solidFill>
                <a:latin typeface="Montserrat-Bold"/>
              </a:rPr>
              <a:t>293</a:t>
            </a:r>
            <a:r>
              <a:rPr lang="en-US" sz="800" b="0" i="0" u="none" strike="noStrike" baseline="0">
                <a:solidFill>
                  <a:srgbClr val="00B050"/>
                </a:solidFill>
                <a:latin typeface="Montserrat-Regular"/>
              </a:rPr>
              <a:t>, 214 (1993)</a:t>
            </a:r>
            <a:endParaRPr lang="en-US" sz="800">
              <a:solidFill>
                <a:srgbClr val="00B050"/>
              </a:solidFill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46F685C9-DFA6-F6B2-53D0-2143141D4F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097" y="3518710"/>
            <a:ext cx="2685194" cy="1044977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6A38C71E-F1BC-CEAC-2B98-67B383C5772D}"/>
              </a:ext>
            </a:extLst>
          </p:cNvPr>
          <p:cNvSpPr txBox="1"/>
          <p:nvPr/>
        </p:nvSpPr>
        <p:spPr>
          <a:xfrm>
            <a:off x="3231518" y="3887309"/>
            <a:ext cx="240322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err="1"/>
              <a:t>Toptica</a:t>
            </a:r>
            <a:r>
              <a:rPr lang="en-US"/>
              <a:t> DL pro Laser Specs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D703EEC-2BE2-F4FD-5286-9123784DAF86}"/>
              </a:ext>
            </a:extLst>
          </p:cNvPr>
          <p:cNvSpPr txBox="1"/>
          <p:nvPr/>
        </p:nvSpPr>
        <p:spPr>
          <a:xfrm>
            <a:off x="6204515" y="2910760"/>
            <a:ext cx="84189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150 kHz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521A0FB-EF66-1271-A9A2-BAF70E384ABC}"/>
              </a:ext>
            </a:extLst>
          </p:cNvPr>
          <p:cNvSpPr/>
          <p:nvPr/>
        </p:nvSpPr>
        <p:spPr>
          <a:xfrm>
            <a:off x="5055531" y="2294378"/>
            <a:ext cx="1244733" cy="277372"/>
          </a:xfrm>
          <a:prstGeom prst="rect">
            <a:avLst/>
          </a:prstGeom>
          <a:noFill/>
          <a:ln w="9525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B4DC7831-1728-1C52-22C8-78BF3CDCB60C}"/>
              </a:ext>
            </a:extLst>
          </p:cNvPr>
          <p:cNvCxnSpPr>
            <a:stCxn id="17" idx="2"/>
            <a:endCxn id="16" idx="1"/>
          </p:cNvCxnSpPr>
          <p:nvPr/>
        </p:nvCxnSpPr>
        <p:spPr>
          <a:xfrm>
            <a:off x="5677898" y="2571750"/>
            <a:ext cx="526617" cy="4928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255300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E9DCC5-B5ED-6F24-A2AD-85CA7A859B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A6AF81-98A1-053A-1369-B5CC070E09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Other Challenges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462DD5-31B9-DA83-698E-A4B7EAC751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Specifications</a:t>
            </a:r>
          </a:p>
          <a:p>
            <a:pPr lvl="1"/>
            <a:r>
              <a:rPr lang="en-US"/>
              <a:t>~</a:t>
            </a:r>
            <a:r>
              <a:rPr lang="en-US" err="1"/>
              <a:t>uA</a:t>
            </a:r>
            <a:r>
              <a:rPr lang="en-US"/>
              <a:t>, 10^13 – 10^14 atom/s (need a more careful estimate)</a:t>
            </a:r>
          </a:p>
          <a:p>
            <a:pPr lvl="1"/>
            <a:r>
              <a:rPr lang="en-US"/>
              <a:t>Emittance to EBIS (look into technical notes): 10 mm in diameter, transportation in 2~3 meters</a:t>
            </a:r>
          </a:p>
          <a:p>
            <a:pPr lvl="1"/>
            <a:r>
              <a:rPr lang="en-US"/>
              <a:t>Polarization &gt; 90%</a:t>
            </a:r>
          </a:p>
          <a:p>
            <a:pPr marL="571500" lvl="1" indent="0">
              <a:buNone/>
            </a:pPr>
            <a:endParaRPr lang="en-US"/>
          </a:p>
          <a:p>
            <a:pPr lvl="1"/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DFBB6E-9FD6-24DF-79BC-F997B3450D27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US" altLang="zh-CN"/>
              <a:t>Within the scope of a 2-year proposal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78347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7F9D58-02D3-98C1-0841-053B66A0AB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07925F-0501-71C3-E06B-5B128BAFB2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2400" b="0">
                <a:solidFill>
                  <a:schemeClr val="tx2">
                    <a:lumMod val="60000"/>
                    <a:lumOff val="40000"/>
                  </a:schemeClr>
                </a:solidFill>
              </a:rPr>
              <a:t>Work Plans</a:t>
            </a:r>
          </a:p>
        </p:txBody>
      </p:sp>
    </p:spTree>
    <p:extLst>
      <p:ext uri="{BB962C8B-B14F-4D97-AF65-F5344CB8AC3E}">
        <p14:creationId xmlns:p14="http://schemas.microsoft.com/office/powerpoint/2010/main" val="39975347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5B764D-7654-93C8-0C50-DE4175EA01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CB6417-6831-BAF8-DAA2-EC6B55AEFB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Resources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65ED9-3A21-17B2-4CAD-B8C1C1D288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Needed</a:t>
            </a:r>
          </a:p>
          <a:p>
            <a:pPr lvl="1"/>
            <a:r>
              <a:rPr lang="en-US"/>
              <a:t>Special chamber for transverse cooling</a:t>
            </a:r>
          </a:p>
          <a:p>
            <a:pPr lvl="1"/>
            <a:r>
              <a:rPr lang="en-US"/>
              <a:t>Optics</a:t>
            </a:r>
          </a:p>
          <a:p>
            <a:pPr lvl="2"/>
            <a:r>
              <a:rPr lang="en-US"/>
              <a:t>Need to check the coating</a:t>
            </a:r>
          </a:p>
          <a:p>
            <a:pPr lvl="1"/>
            <a:r>
              <a:rPr lang="en-US"/>
              <a:t>One additional high power laser (500 </a:t>
            </a:r>
            <a:r>
              <a:rPr lang="en-US" err="1"/>
              <a:t>mW</a:t>
            </a:r>
            <a:r>
              <a:rPr lang="en-US"/>
              <a:t>) ~ 60k~80k</a:t>
            </a:r>
          </a:p>
          <a:p>
            <a:pPr lvl="2"/>
            <a:r>
              <a:rPr lang="en-US"/>
              <a:t>Get a quote from </a:t>
            </a:r>
            <a:r>
              <a:rPr lang="en-US" err="1"/>
              <a:t>Toptica</a:t>
            </a:r>
            <a:endParaRPr lang="en-US"/>
          </a:p>
          <a:p>
            <a:pPr lvl="2"/>
            <a:r>
              <a:rPr lang="en-US"/>
              <a:t>Transverse cooling</a:t>
            </a:r>
          </a:p>
          <a:p>
            <a:pPr lvl="2"/>
            <a:r>
              <a:rPr lang="en-US"/>
              <a:t>Optical pumping</a:t>
            </a:r>
          </a:p>
          <a:p>
            <a:pPr lvl="2"/>
            <a:r>
              <a:rPr lang="en-US"/>
              <a:t>Existing 25 </a:t>
            </a:r>
            <a:r>
              <a:rPr lang="en-US" err="1"/>
              <a:t>mW</a:t>
            </a:r>
            <a:r>
              <a:rPr lang="en-US"/>
              <a:t> can be used for diagnostics</a:t>
            </a:r>
          </a:p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A847D1-1D7D-5FC1-80C6-410CDEBFCF61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21915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614415-6E2B-5792-B2B5-6E7A276506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C6197F-A794-76D9-5028-6CB925428E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Timelines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200712-F87E-EAC1-C4E6-A50B68E6E1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1" y="1100295"/>
            <a:ext cx="8372901" cy="3625133"/>
          </a:xfrm>
        </p:spPr>
        <p:txBody>
          <a:bodyPr/>
          <a:lstStyle/>
          <a:p>
            <a:r>
              <a:rPr lang="en-US" altLang="zh-CN"/>
              <a:t>Beam profile study (~1 year effort)</a:t>
            </a:r>
          </a:p>
          <a:p>
            <a:pPr lvl="1"/>
            <a:r>
              <a:rPr lang="en-US" altLang="zh-CN" sz="1600"/>
              <a:t>Laser diagnostics for divergence, speed, …</a:t>
            </a:r>
          </a:p>
          <a:p>
            <a:pPr lvl="1"/>
            <a:r>
              <a:rPr lang="en-US" altLang="zh-CN" sz="1600"/>
              <a:t>Laser beam in 90 and 45 degrees (need a chamber with the windows)</a:t>
            </a:r>
          </a:p>
          <a:p>
            <a:pPr lvl="1"/>
            <a:r>
              <a:rPr lang="en-US" altLang="zh-CN" sz="1600"/>
              <a:t>Coarse wavemeter for laser frequency control (17k), cavity (3~4k), single-frequency laser (existing one)</a:t>
            </a:r>
          </a:p>
          <a:p>
            <a:pPr lvl="1"/>
            <a:r>
              <a:rPr lang="en-US" altLang="zh-CN" sz="1600"/>
              <a:t>Setup from Peter</a:t>
            </a:r>
            <a:endParaRPr lang="en-US" sz="1600"/>
          </a:p>
          <a:p>
            <a:r>
              <a:rPr lang="en-US"/>
              <a:t>Design of the system (in parallel with beam profile study)</a:t>
            </a:r>
          </a:p>
          <a:p>
            <a:pPr lvl="1"/>
            <a:r>
              <a:rPr lang="en-US" sz="1600">
                <a:solidFill>
                  <a:schemeClr val="tx1">
                    <a:lumMod val="50000"/>
                  </a:schemeClr>
                </a:solidFill>
              </a:rPr>
              <a:t>Transverse cooling region (modularized), </a:t>
            </a:r>
            <a:r>
              <a:rPr lang="en-US" altLang="zh-CN" sz="1600"/>
              <a:t>magnetic gradient field for focusing (modularized, ~10 G/cm),</a:t>
            </a:r>
            <a:r>
              <a:rPr lang="en-US" sz="1600">
                <a:solidFill>
                  <a:schemeClr val="tx1">
                    <a:lumMod val="50000"/>
                  </a:schemeClr>
                </a:solidFill>
              </a:rPr>
              <a:t> o</a:t>
            </a:r>
            <a:r>
              <a:rPr lang="en-US" altLang="zh-CN" sz="1600">
                <a:solidFill>
                  <a:schemeClr val="tx1">
                    <a:lumMod val="50000"/>
                  </a:schemeClr>
                </a:solidFill>
              </a:rPr>
              <a:t>ptical pumping region, </a:t>
            </a:r>
            <a:r>
              <a:rPr lang="en-US" sz="1600">
                <a:solidFill>
                  <a:schemeClr val="tx1">
                    <a:lumMod val="50000"/>
                  </a:schemeClr>
                </a:solidFill>
              </a:rPr>
              <a:t>polarization measurement region</a:t>
            </a:r>
          </a:p>
          <a:p>
            <a:pPr lvl="1"/>
            <a:r>
              <a:rPr lang="en-US" sz="1600"/>
              <a:t>Magnet designs and building (engineering efforts)</a:t>
            </a:r>
          </a:p>
          <a:p>
            <a:pPr lvl="1"/>
            <a:r>
              <a:rPr lang="en-US" sz="1600"/>
              <a:t>Set up the laser and optics (~10k) for optical pumping</a:t>
            </a:r>
          </a:p>
          <a:p>
            <a:pPr lvl="1"/>
            <a:r>
              <a:rPr lang="en-US" sz="1600"/>
              <a:t>New oven designed with stainless steel, old oven would still work for the testing</a:t>
            </a:r>
          </a:p>
          <a:p>
            <a:pPr lvl="1"/>
            <a:r>
              <a:rPr lang="en-US" sz="1600"/>
              <a:t>Study of transverse cooling</a:t>
            </a:r>
          </a:p>
        </p:txBody>
      </p:sp>
    </p:spTree>
    <p:extLst>
      <p:ext uri="{BB962C8B-B14F-4D97-AF65-F5344CB8AC3E}">
        <p14:creationId xmlns:p14="http://schemas.microsoft.com/office/powerpoint/2010/main" val="40783346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D1B922-88FE-C70F-3721-35AFCE5934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65650F-0B41-22B5-B8C5-A2E57BE66B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Timelines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3ED43B-C07F-68C0-E3D9-181450A0AE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Based on profile study - requirement for transverse cooling</a:t>
            </a:r>
          </a:p>
          <a:p>
            <a:pPr lvl="1"/>
            <a:r>
              <a:rPr lang="en-US" altLang="zh-CN"/>
              <a:t>Building and installing transverse cooling</a:t>
            </a:r>
          </a:p>
          <a:p>
            <a:pPr lvl="1"/>
            <a:r>
              <a:rPr lang="en-US" altLang="zh-CN"/>
              <a:t>Modularized transverse cooling chamber to be inserted between optical pumping and oven</a:t>
            </a:r>
          </a:p>
          <a:p>
            <a:pPr lvl="1"/>
            <a:r>
              <a:rPr lang="en-US" altLang="zh-CN"/>
              <a:t>Modularized magnetic gradient field chamber for focusing</a:t>
            </a:r>
          </a:p>
          <a:p>
            <a:pPr marL="114300" indent="0">
              <a:buNone/>
            </a:pPr>
            <a:endParaRPr lang="en-US"/>
          </a:p>
          <a:p>
            <a:r>
              <a:rPr lang="en-US"/>
              <a:t>Polarization and polarimeter</a:t>
            </a:r>
          </a:p>
          <a:p>
            <a:pPr lvl="1"/>
            <a:r>
              <a:rPr lang="en-US"/>
              <a:t>Installing the optics for optical pumping and laser induced fluorescence</a:t>
            </a:r>
          </a:p>
          <a:p>
            <a:pPr lvl="1"/>
            <a:r>
              <a:rPr lang="en-US"/>
              <a:t>Polarize the lithium atom beam and measure the polarization</a:t>
            </a:r>
          </a:p>
        </p:txBody>
      </p:sp>
    </p:spTree>
    <p:extLst>
      <p:ext uri="{BB962C8B-B14F-4D97-AF65-F5344CB8AC3E}">
        <p14:creationId xmlns:p14="http://schemas.microsoft.com/office/powerpoint/2010/main" val="18680877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63D6D3-090C-1715-0CC5-C085BD05EC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CB674E-36A9-80F0-F33E-C6EA99995D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Deliverables and Milestones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F5CB6B-9FD6-25C7-5DA5-A9978547CC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Deliverables</a:t>
            </a:r>
          </a:p>
          <a:p>
            <a:pPr lvl="1"/>
            <a:r>
              <a:rPr lang="en-US" altLang="zh-CN"/>
              <a:t>Polarized lithium-7 atom beam</a:t>
            </a:r>
          </a:p>
          <a:p>
            <a:pPr lvl="2"/>
            <a:r>
              <a:rPr lang="en-US" altLang="zh-CN"/>
              <a:t>With targeted intensity 10^12~10^13, and measurement with laser induced fluorescence</a:t>
            </a:r>
          </a:p>
          <a:p>
            <a:pPr lvl="2"/>
            <a:r>
              <a:rPr lang="en-US" altLang="zh-CN"/>
              <a:t>With divergence determined, and transverse cooling studied for the future beam profile tuning</a:t>
            </a:r>
          </a:p>
          <a:p>
            <a:pPr lvl="2"/>
            <a:r>
              <a:rPr lang="en-US" altLang="zh-CN"/>
              <a:t>With polarization </a:t>
            </a:r>
            <a:r>
              <a:rPr lang="en-US" altLang="zh-CN" err="1"/>
              <a:t>Pz</a:t>
            </a:r>
            <a:r>
              <a:rPr lang="en-US" altLang="zh-CN"/>
              <a:t> and </a:t>
            </a:r>
            <a:r>
              <a:rPr lang="en-US" altLang="zh-CN" err="1"/>
              <a:t>Pzz</a:t>
            </a:r>
            <a:r>
              <a:rPr lang="en-US" altLang="zh-CN"/>
              <a:t> &gt; 90%, with laser induced fluorescence measurement</a:t>
            </a:r>
          </a:p>
          <a:p>
            <a:pPr lvl="3"/>
            <a:r>
              <a:rPr lang="en-US" altLang="zh-CN"/>
              <a:t>Guide field: ~10 Gaus, solenoid</a:t>
            </a:r>
          </a:p>
          <a:p>
            <a:pPr lvl="1"/>
            <a:r>
              <a:rPr lang="en-US" altLang="zh-CN"/>
              <a:t>Next-gen oven baseline design (for sustainable running)</a:t>
            </a:r>
          </a:p>
          <a:p>
            <a:pPr lvl="1"/>
            <a:r>
              <a:rPr lang="en-US" altLang="zh-CN"/>
              <a:t>Transport simulation towards the injection to EBIS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F5F376-B6E4-4451-5853-5ACFA22297B0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US"/>
              <a:t>2-year proposal</a:t>
            </a:r>
          </a:p>
        </p:txBody>
      </p:sp>
    </p:spTree>
    <p:extLst>
      <p:ext uri="{BB962C8B-B14F-4D97-AF65-F5344CB8AC3E}">
        <p14:creationId xmlns:p14="http://schemas.microsoft.com/office/powerpoint/2010/main" val="32769410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05EDC4-B688-4FFD-4622-8988171EC0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6081E7-2448-557B-1F4E-9B43CECF79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Deliverables and Milestones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DD57C5-F12F-4299-46A6-73E1907A21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Risks and mitigations</a:t>
            </a:r>
          </a:p>
          <a:p>
            <a:pPr lvl="1"/>
            <a:r>
              <a:rPr lang="en-US" altLang="zh-CN"/>
              <a:t>Transverse cooling</a:t>
            </a:r>
          </a:p>
          <a:p>
            <a:pPr lvl="2"/>
            <a:r>
              <a:rPr lang="en-US" altLang="zh-CN"/>
              <a:t>Traditional approach: magnetic lensing</a:t>
            </a:r>
          </a:p>
          <a:p>
            <a:endParaRPr lang="en-US" altLang="zh-CN"/>
          </a:p>
          <a:p>
            <a:r>
              <a:rPr lang="en-US" altLang="zh-CN"/>
              <a:t>Milestones</a:t>
            </a:r>
          </a:p>
          <a:p>
            <a:endParaRPr lang="en-US" altLang="zh-CN"/>
          </a:p>
          <a:p>
            <a:pPr lvl="1"/>
            <a:endParaRPr lang="en-US" altLang="zh-CN"/>
          </a:p>
          <a:p>
            <a:pPr marL="571500" lvl="1" indent="0">
              <a:buNone/>
            </a:pPr>
            <a:endParaRPr lang="en-US" altLang="zh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ACD8CE-6E4C-B7AD-FB35-4D40A3D96BDB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US"/>
              <a:t>2-year proposal</a:t>
            </a:r>
          </a:p>
        </p:txBody>
      </p:sp>
    </p:spTree>
    <p:extLst>
      <p:ext uri="{BB962C8B-B14F-4D97-AF65-F5344CB8AC3E}">
        <p14:creationId xmlns:p14="http://schemas.microsoft.com/office/powerpoint/2010/main" val="24775013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04B95B-2A93-3764-5F34-81768E9650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9FEB93-C52E-CBDD-2BE1-3EE5B471BF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Budget for NOFO (Draft)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ABA778-8697-77F7-5976-5351530FBE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Personnel per year</a:t>
            </a:r>
          </a:p>
          <a:p>
            <a:pPr lvl="1"/>
            <a:r>
              <a:rPr lang="en-US"/>
              <a:t>PI (</a:t>
            </a:r>
            <a:r>
              <a:rPr lang="en-US" b="1"/>
              <a:t>Chao Peng</a:t>
            </a:r>
            <a:r>
              <a:rPr lang="en-US"/>
              <a:t>): 0.3 FTE (</a:t>
            </a:r>
            <a:r>
              <a:rPr lang="en-US">
                <a:solidFill>
                  <a:srgbClr val="C00000"/>
                </a:solidFill>
              </a:rPr>
              <a:t>adjustable</a:t>
            </a:r>
            <a:r>
              <a:rPr lang="en-US"/>
              <a:t>)</a:t>
            </a:r>
          </a:p>
          <a:p>
            <a:pPr lvl="1"/>
            <a:r>
              <a:rPr lang="en-US"/>
              <a:t>Postdoc: 1.0 FTE</a:t>
            </a:r>
          </a:p>
          <a:p>
            <a:pPr lvl="1"/>
            <a:r>
              <a:rPr lang="en-US"/>
              <a:t>Engineering support (</a:t>
            </a:r>
            <a:r>
              <a:rPr lang="en-US" b="1"/>
              <a:t>Thomas O’Connor</a:t>
            </a:r>
            <a:r>
              <a:rPr lang="en-US"/>
              <a:t>): 0.2 FTE (</a:t>
            </a:r>
            <a:r>
              <a:rPr lang="en-US">
                <a:solidFill>
                  <a:srgbClr val="C00000"/>
                </a:solidFill>
              </a:rPr>
              <a:t>adjustable</a:t>
            </a:r>
            <a:r>
              <a:rPr lang="en-US"/>
              <a:t>)</a:t>
            </a:r>
          </a:p>
          <a:p>
            <a:pPr lvl="1"/>
            <a:r>
              <a:rPr lang="en-US"/>
              <a:t>May need some adjustment to include equipment cost</a:t>
            </a:r>
          </a:p>
          <a:p>
            <a:pPr lvl="1"/>
            <a:r>
              <a:rPr lang="en-US"/>
              <a:t>UKY (travel and efforts, $20~30k/year)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7402949-6EB2-AA8A-C8F0-8B2D6679721B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83041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E0645B-EE5B-8484-CFB4-5E9933895C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Budget for NOFO (Draft)</a:t>
            </a:r>
            <a:endParaRPr lang="zh-CN" alt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4C5464F-F8FA-B29A-30AF-7545B4AB69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Equipment – $145k (2 years)</a:t>
            </a:r>
          </a:p>
          <a:p>
            <a:pPr lvl="1"/>
            <a:r>
              <a:rPr lang="en-US" altLang="zh-CN"/>
              <a:t>High power (500 </a:t>
            </a:r>
            <a:r>
              <a:rPr lang="en-US" altLang="zh-CN" err="1"/>
              <a:t>mW</a:t>
            </a:r>
            <a:r>
              <a:rPr lang="en-US" altLang="zh-CN"/>
              <a:t>) laser: $80k</a:t>
            </a:r>
          </a:p>
          <a:p>
            <a:pPr lvl="1"/>
            <a:r>
              <a:rPr lang="en-US" altLang="zh-CN"/>
              <a:t>Wavemeter: $17k</a:t>
            </a:r>
          </a:p>
          <a:p>
            <a:pPr lvl="1"/>
            <a:r>
              <a:rPr lang="en-US" altLang="zh-CN"/>
              <a:t>Cavity: $5k</a:t>
            </a:r>
          </a:p>
          <a:p>
            <a:pPr lvl="1"/>
            <a:r>
              <a:rPr lang="en-US" altLang="zh-CN"/>
              <a:t>Optics: $10k</a:t>
            </a:r>
          </a:p>
          <a:p>
            <a:pPr lvl="1"/>
            <a:r>
              <a:rPr lang="en-US" altLang="zh-CN"/>
              <a:t>Chambers cost (transverse cooling): $28k = $4k chamber + $10k mirrors + $8k windows + $6k optical mechanics</a:t>
            </a:r>
          </a:p>
          <a:p>
            <a:pPr lvl="1"/>
            <a:r>
              <a:rPr lang="en-US" altLang="zh-CN"/>
              <a:t>Magnets: $5k</a:t>
            </a:r>
            <a:endParaRPr lang="zh-CN" alt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728FC47-0707-3270-CE86-0D8907BC8A5E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07083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7F9393-7E27-F5CE-F5F4-5F754B8352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486C4B-450E-39D8-64A3-B178462281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Budget for NOFO (Draft)</a:t>
            </a:r>
            <a:endParaRPr lang="zh-CN" alt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8141093-4DB2-E3F0-0972-B497B8AEDE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Material &amp; Supplies - $20~30k (2 years)</a:t>
            </a:r>
          </a:p>
          <a:p>
            <a:pPr lvl="1"/>
            <a:r>
              <a:rPr lang="en-US" altLang="zh-CN"/>
              <a:t>Vacuum components (chambers, valves, windows, flanges, gaskets)</a:t>
            </a:r>
          </a:p>
          <a:p>
            <a:pPr lvl="1"/>
            <a:r>
              <a:rPr lang="en-US" altLang="zh-CN"/>
              <a:t>Electro-optic modulators (EOMs), acousto-optic modulators (AOMs)</a:t>
            </a:r>
          </a:p>
          <a:p>
            <a:pPr lvl="1"/>
            <a:r>
              <a:rPr lang="en-US" altLang="zh-CN"/>
              <a:t>Lithium supplies</a:t>
            </a:r>
          </a:p>
          <a:p>
            <a:pPr lvl="1"/>
            <a:r>
              <a:rPr lang="en-US" altLang="zh-CN"/>
              <a:t>Optical components</a:t>
            </a:r>
          </a:p>
          <a:p>
            <a:r>
              <a:rPr lang="en-US" altLang="zh-CN"/>
              <a:t>Travel - $11k/year</a:t>
            </a:r>
          </a:p>
          <a:p>
            <a:pPr lvl="1"/>
            <a:r>
              <a:rPr lang="en-US" altLang="zh-CN"/>
              <a:t>4 domestic trips per year</a:t>
            </a:r>
          </a:p>
          <a:p>
            <a:pPr lvl="1"/>
            <a:r>
              <a:rPr lang="en-US" altLang="zh-CN"/>
              <a:t>To BNL/SBU, and meeting with collaborators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07FA9EF-566E-D964-98B6-52CAFF29E809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446830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EFBB4DE-C051-0B36-B4A3-D10B2D2FC7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Important points</a:t>
            </a:r>
            <a:endParaRPr lang="zh-CN" alt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BBA180B-44CC-720B-C530-B02AB0DFA2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Emphasize the modularity</a:t>
            </a:r>
          </a:p>
          <a:p>
            <a:pPr lvl="1"/>
            <a:r>
              <a:rPr lang="en-US" altLang="zh-CN"/>
              <a:t>Oven</a:t>
            </a:r>
          </a:p>
          <a:p>
            <a:pPr lvl="1"/>
            <a:r>
              <a:rPr lang="en-US" altLang="zh-CN"/>
              <a:t>Transverse Cooling (insertable)</a:t>
            </a:r>
          </a:p>
          <a:p>
            <a:pPr lvl="1"/>
            <a:r>
              <a:rPr lang="en-US" altLang="zh-CN"/>
              <a:t>Transverse Focusing (optional, insertable)</a:t>
            </a:r>
          </a:p>
          <a:p>
            <a:pPr lvl="1"/>
            <a:r>
              <a:rPr lang="en-US" altLang="zh-CN"/>
              <a:t>Laser diagnostics for beam profile (insertable)</a:t>
            </a:r>
          </a:p>
          <a:p>
            <a:pPr lvl="1"/>
            <a:r>
              <a:rPr lang="en-US" altLang="zh-CN"/>
              <a:t>Optical pumping</a:t>
            </a:r>
          </a:p>
          <a:p>
            <a:pPr lvl="1"/>
            <a:r>
              <a:rPr lang="en-US" altLang="zh-CN"/>
              <a:t>Polarimetry</a:t>
            </a:r>
            <a:endParaRPr lang="zh-CN" alt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A1982A8-686E-EFC3-A528-F298F30FA2E8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374887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CBC05D-C287-74DF-70DD-1C3DAA0820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Work Plans (Before the NOFO Decision)</a:t>
            </a:r>
            <a:endParaRPr lang="zh-CN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3AE6A7-5159-4F2F-3537-4B718B4E65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Laser diagnostics (laser + optics)</a:t>
            </a:r>
          </a:p>
          <a:p>
            <a:pPr lvl="1"/>
            <a:r>
              <a:rPr lang="en-US" altLang="zh-CN"/>
              <a:t>Frequency scan to get profile (camera + window)</a:t>
            </a:r>
          </a:p>
          <a:p>
            <a:pPr lvl="1"/>
            <a:r>
              <a:rPr lang="en-US" altLang="zh-CN"/>
              <a:t>Velocity distribution needs information regarding resonance de-tuning</a:t>
            </a:r>
          </a:p>
          <a:p>
            <a:pPr lvl="2"/>
            <a:r>
              <a:rPr lang="en-US" altLang="zh-CN"/>
              <a:t>Doppler broadening ~10 MHz (need wavemeter)</a:t>
            </a:r>
          </a:p>
          <a:p>
            <a:pPr lvl="1"/>
            <a:r>
              <a:rPr lang="en-US" altLang="zh-CN"/>
              <a:t>Technical details (talk to Peter)</a:t>
            </a:r>
          </a:p>
          <a:p>
            <a:pPr lvl="1"/>
            <a:r>
              <a:rPr lang="en-US" altLang="zh-CN"/>
              <a:t>MEP postdoc could work on this</a:t>
            </a:r>
          </a:p>
          <a:p>
            <a:pPr lvl="1"/>
            <a:r>
              <a:rPr lang="en-US" altLang="zh-CN"/>
              <a:t>Might need EOMs/AOMs (need cost estimates)</a:t>
            </a:r>
          </a:p>
          <a:p>
            <a:r>
              <a:rPr lang="en-US" altLang="zh-CN"/>
              <a:t>Optical pumping</a:t>
            </a:r>
          </a:p>
          <a:p>
            <a:pPr lvl="1"/>
            <a:r>
              <a:rPr lang="en-US" altLang="zh-CN"/>
              <a:t>Magnets design</a:t>
            </a:r>
          </a:p>
          <a:p>
            <a:r>
              <a:rPr lang="en-US" altLang="zh-CN"/>
              <a:t>Nozzles (once the basic laser diagnostics ready)</a:t>
            </a:r>
          </a:p>
          <a:p>
            <a:pPr lvl="1"/>
            <a:r>
              <a:rPr lang="en-US" altLang="zh-CN"/>
              <a:t>Test different nozzles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9003736-D552-184A-20D8-6007EE35D92C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686181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B0CFA6-0488-D7B9-9D42-033AB082F5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BE4ECC-D9B8-0429-1C3D-C5DB490D0D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Work Plans (If Not Getting the NOFO)</a:t>
            </a:r>
            <a:endParaRPr lang="zh-CN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8033B0-8A17-A30D-56CE-48C44EBCFB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Laser splitting for polarization and polarimetry</a:t>
            </a:r>
          </a:p>
          <a:p>
            <a:pPr lvl="1"/>
            <a:r>
              <a:rPr lang="en-US" altLang="zh-CN"/>
              <a:t>Optical pumping</a:t>
            </a:r>
          </a:p>
          <a:p>
            <a:pPr lvl="1"/>
            <a:r>
              <a:rPr lang="en-US" altLang="zh-CN"/>
              <a:t>Laser induced fluorescence</a:t>
            </a:r>
          </a:p>
          <a:p>
            <a:pPr lvl="1"/>
            <a:r>
              <a:rPr lang="en-US" altLang="zh-CN"/>
              <a:t>Will know if the laser power limits the polarization after the work</a:t>
            </a:r>
          </a:p>
          <a:p>
            <a:pPr lvl="1"/>
            <a:r>
              <a:rPr lang="en-US" altLang="zh-CN"/>
              <a:t>Might need a booster</a:t>
            </a:r>
          </a:p>
          <a:p>
            <a:pPr marL="114300" indent="0">
              <a:buNone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72101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B1DA80-44C8-1CA5-37D3-E10E2A2A72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DC1EAB-3ACB-B4F1-89D5-637DA445F0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Work Plans (If Not Getting the NOFO)</a:t>
            </a:r>
            <a:endParaRPr lang="zh-CN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209A48-9D13-6B15-B453-6D93F2AFF5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Milestones</a:t>
            </a:r>
          </a:p>
          <a:p>
            <a:pPr lvl="1"/>
            <a:r>
              <a:rPr lang="en-US" altLang="zh-CN"/>
              <a:t>Measure the beam intensity distribution – 6 months + 3 months (if no wavemeter)</a:t>
            </a:r>
          </a:p>
          <a:p>
            <a:pPr lvl="2"/>
            <a:r>
              <a:rPr lang="en-US" altLang="zh-CN"/>
              <a:t>Might encounter power limits on the profile measurement (needs increase the laser power)</a:t>
            </a:r>
          </a:p>
          <a:p>
            <a:pPr lvl="1"/>
            <a:r>
              <a:rPr lang="en-US" altLang="zh-CN" strike="sngStrike">
                <a:solidFill>
                  <a:srgbClr val="C00000"/>
                </a:solidFill>
              </a:rPr>
              <a:t>With divergence determined, and transverse cooling studied for the future beam profile tuning:</a:t>
            </a:r>
            <a:r>
              <a:rPr lang="en-US" altLang="zh-CN">
                <a:solidFill>
                  <a:srgbClr val="C00000"/>
                </a:solidFill>
              </a:rPr>
              <a:t> because of no laser and chamber (cost more than 100k)</a:t>
            </a:r>
          </a:p>
          <a:p>
            <a:pPr lvl="2"/>
            <a:r>
              <a:rPr lang="en-US" altLang="zh-CN"/>
              <a:t>Beam profiling with wire-scan</a:t>
            </a:r>
          </a:p>
          <a:p>
            <a:pPr lvl="2"/>
            <a:r>
              <a:rPr lang="en-US" altLang="zh-CN"/>
              <a:t>Could study with the traditional method: magnetic lensing</a:t>
            </a:r>
          </a:p>
          <a:p>
            <a:pPr lvl="1"/>
            <a:r>
              <a:rPr lang="en-US" altLang="zh-CN"/>
              <a:t>Polarization and Polarimeter</a:t>
            </a:r>
          </a:p>
        </p:txBody>
      </p:sp>
    </p:spTree>
    <p:extLst>
      <p:ext uri="{BB962C8B-B14F-4D97-AF65-F5344CB8AC3E}">
        <p14:creationId xmlns:p14="http://schemas.microsoft.com/office/powerpoint/2010/main" val="7391986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theme/theme1.xml><?xml version="1.0" encoding="utf-8"?>
<a:theme xmlns:a="http://schemas.openxmlformats.org/drawingml/2006/main" name="presentation_16x9">
  <a:themeElements>
    <a:clrScheme name="Argonne General Purpose Template">
      <a:dk1>
        <a:srgbClr val="47484A"/>
      </a:dk1>
      <a:lt1>
        <a:srgbClr val="FFFFFF"/>
      </a:lt1>
      <a:dk2>
        <a:srgbClr val="0082CA"/>
      </a:dk2>
      <a:lt2>
        <a:srgbClr val="ECAA00"/>
      </a:lt2>
      <a:accent1>
        <a:srgbClr val="7AB800"/>
      </a:accent1>
      <a:accent2>
        <a:srgbClr val="00609C"/>
      </a:accent2>
      <a:accent3>
        <a:srgbClr val="4D008C"/>
      </a:accent3>
      <a:accent4>
        <a:srgbClr val="FF7900"/>
      </a:accent4>
      <a:accent5>
        <a:srgbClr val="00A19C"/>
      </a:accent5>
      <a:accent6>
        <a:srgbClr val="CD202C"/>
      </a:accent6>
      <a:hlink>
        <a:srgbClr val="000000"/>
      </a:hlink>
      <a:folHlink>
        <a:srgbClr val="76777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1040</Words>
  <Application>Microsoft Office PowerPoint</Application>
  <PresentationFormat>On-screen Show (16:9)</PresentationFormat>
  <Paragraphs>151</Paragraphs>
  <Slides>34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9" baseType="lpstr">
      <vt:lpstr>Noto Sans Symbols</vt:lpstr>
      <vt:lpstr>Arial</vt:lpstr>
      <vt:lpstr>Montserrat-Regular</vt:lpstr>
      <vt:lpstr>Montserrat-Bold</vt:lpstr>
      <vt:lpstr>presentation_16x9</vt:lpstr>
      <vt:lpstr>PowerPoint Presentation</vt:lpstr>
      <vt:lpstr>Gluon Structure of Nuclei</vt:lpstr>
      <vt:lpstr>Double Helicity-Flip Structure Function</vt:lpstr>
      <vt:lpstr>Double Helicity-Flip Structure Function</vt:lpstr>
      <vt:lpstr>Differential Cross Secion</vt:lpstr>
      <vt:lpstr>Measurement</vt:lpstr>
      <vt:lpstr>Measurement</vt:lpstr>
      <vt:lpstr>Experimental Approach</vt:lpstr>
      <vt:lpstr>Experimental Approach</vt:lpstr>
      <vt:lpstr>PowerPoint Presentation</vt:lpstr>
      <vt:lpstr>EMC Effect</vt:lpstr>
      <vt:lpstr>Spin and Gluon EMC Effect</vt:lpstr>
      <vt:lpstr>Polarized EMC Effect for Spin-1 Nuclei</vt:lpstr>
      <vt:lpstr>PowerPoint Presentation</vt:lpstr>
      <vt:lpstr>New Ideas</vt:lpstr>
      <vt:lpstr>PowerPoint Presentation</vt:lpstr>
      <vt:lpstr>From Reviewers</vt:lpstr>
      <vt:lpstr>From Reviewers</vt:lpstr>
      <vt:lpstr>From Reviewers</vt:lpstr>
      <vt:lpstr>Doppler Broadening</vt:lpstr>
      <vt:lpstr>Other Challenges</vt:lpstr>
      <vt:lpstr>PowerPoint Presentation</vt:lpstr>
      <vt:lpstr>Resources</vt:lpstr>
      <vt:lpstr>Timelines</vt:lpstr>
      <vt:lpstr>Timelines</vt:lpstr>
      <vt:lpstr>Deliverables and Milestones</vt:lpstr>
      <vt:lpstr>Deliverables and Milestones</vt:lpstr>
      <vt:lpstr>Budget for NOFO (Draft)</vt:lpstr>
      <vt:lpstr>Budget for NOFO (Draft)</vt:lpstr>
      <vt:lpstr>Budget for NOFO (Draft)</vt:lpstr>
      <vt:lpstr>Important points</vt:lpstr>
      <vt:lpstr>Work Plans (Before the NOFO Decision)</vt:lpstr>
      <vt:lpstr>Work Plans (If Not Getting the NOFO)</vt:lpstr>
      <vt:lpstr>Work Plans (If Not Getting the NOFO)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Development of Polarized Lithium Sources for EIC</dc:title>
  <dc:creator>cpeng</dc:creator>
  <cp:lastModifiedBy>Chao Peng</cp:lastModifiedBy>
  <cp:revision>1</cp:revision>
  <dcterms:modified xsi:type="dcterms:W3CDTF">2025-12-11T17:00:14Z</dcterms:modified>
</cp:coreProperties>
</file>